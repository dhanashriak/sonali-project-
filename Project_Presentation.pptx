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979" r:id="rId1"/>
  </p:sldMasterIdLst>
  <p:notesMasterIdLst>
    <p:notesMasterId r:id="rId15"/>
  </p:notesMasterIdLst>
  <p:handoutMasterIdLst>
    <p:handoutMasterId r:id="rId16"/>
  </p:handoutMasterIdLst>
  <p:sldIdLst>
    <p:sldId id="2561" r:id="rId2"/>
    <p:sldId id="2562" r:id="rId3"/>
    <p:sldId id="2563" r:id="rId4"/>
    <p:sldId id="2564" r:id="rId5"/>
    <p:sldId id="2565" r:id="rId6"/>
    <p:sldId id="2566" r:id="rId7"/>
    <p:sldId id="2567" r:id="rId8"/>
    <p:sldId id="2568" r:id="rId9"/>
    <p:sldId id="2569" r:id="rId10"/>
    <p:sldId id="2570" r:id="rId11"/>
    <p:sldId id="2571" r:id="rId12"/>
    <p:sldId id="2572" r:id="rId13"/>
    <p:sldId id="257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b-Based Product Expiration Monitoring and Inventory Management System" id="{2A5645EC-A304-4E5E-9508-9CD3311B0C9F}">
          <p14:sldIdLst>
            <p14:sldId id="2561"/>
          </p14:sldIdLst>
        </p14:section>
        <p14:section name="Project Overview" id="{97EE6F10-0E01-4277-A004-7C2BE52B809C}">
          <p14:sldIdLst>
            <p14:sldId id="2562"/>
            <p14:sldId id="2563"/>
          </p14:sldIdLst>
        </p14:section>
        <p14:section name="Project Objectives" id="{6A113050-018D-45F3-A793-3FD79B4333BD}">
          <p14:sldIdLst>
            <p14:sldId id="2564"/>
            <p14:sldId id="2565"/>
          </p14:sldIdLst>
        </p14:section>
        <p14:section name="Scope and Limitations" id="{863A8BEE-570E-41AD-B8DA-4C0FD21EE518}">
          <p14:sldIdLst>
            <p14:sldId id="2566"/>
            <p14:sldId id="2567"/>
          </p14:sldIdLst>
        </p14:section>
        <p14:section name="Methodology" id="{5C8592F9-2FF1-4C0B-B573-311CC4BB044E}">
          <p14:sldIdLst>
            <p14:sldId id="2568"/>
            <p14:sldId id="2569"/>
          </p14:sldIdLst>
        </p14:section>
        <p14:section name="Significance and Literature Review" id="{10ED999A-47CE-4FAF-B3AC-F4B081F75DEA}">
          <p14:sldIdLst>
            <p14:sldId id="2570"/>
            <p14:sldId id="2571"/>
          </p14:sldIdLst>
        </p14:section>
        <p14:section name="Expected Outcomes and Conclusion" id="{4E372A3C-996C-434C-8F15-941DEDAD116E}">
          <p14:sldIdLst>
            <p14:sldId id="2572"/>
            <p14:sldId id="2573"/>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B6B101F-17B9-4568-B082-7852ECCBF232}" v="16" dt="2026-01-16T11:38:56.47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handoutMaster" Target="handoutMasters/handout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FFB14B2-CD52-9E84-B3E7-49A90F3A72A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76DAE5F9-C39F-2ECF-0C06-D0122807D4B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223FF85-4E34-4546-B772-76DFA4A6051B}" type="datetimeFigureOut">
              <a:rPr lang="en-US" smtClean="0"/>
              <a:t>1/16/2026</a:t>
            </a:fld>
            <a:endParaRPr lang="en-US"/>
          </a:p>
        </p:txBody>
      </p:sp>
      <p:sp>
        <p:nvSpPr>
          <p:cNvPr id="4" name="Footer Placeholder 3">
            <a:extLst>
              <a:ext uri="{FF2B5EF4-FFF2-40B4-BE49-F238E27FC236}">
                <a16:creationId xmlns:a16="http://schemas.microsoft.com/office/drawing/2014/main" id="{D37F3243-F9C0-85BE-2E9C-191F612CFE8A}"/>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6CEBE2E3-8654-B63F-B7D6-9549069476A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1BF7180-4EDD-4E08-9775-7398C11D66ED}" type="slidenum">
              <a:rPr lang="en-US" smtClean="0"/>
              <a:t>‹#›</a:t>
            </a:fld>
            <a:endParaRPr lang="en-US"/>
          </a:p>
        </p:txBody>
      </p:sp>
    </p:spTree>
    <p:extLst>
      <p:ext uri="{BB962C8B-B14F-4D97-AF65-F5344CB8AC3E}">
        <p14:creationId xmlns:p14="http://schemas.microsoft.com/office/powerpoint/2010/main" val="28121430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B5CC398-6116-4BD2-9FAD-9822FDA158BE}" type="datetimeFigureOut">
              <a:rPr lang="en-US" smtClean="0"/>
              <a:t>1/16/2026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EFF46E-6B43-41F9-9272-B566D03A251C}" type="slidenum">
              <a:rPr lang="en-US" smtClean="0"/>
              <a:t>‹#›</a:t>
            </a:fld>
            <a:endParaRPr lang="en-US"/>
          </a:p>
        </p:txBody>
      </p:sp>
    </p:spTree>
    <p:extLst>
      <p:ext uri="{BB962C8B-B14F-4D97-AF65-F5344CB8AC3E}">
        <p14:creationId xmlns:p14="http://schemas.microsoft.com/office/powerpoint/2010/main" val="19164409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AI-generated content may be incorrect.
---
</a:t>
            </a:r>
          </a:p>
        </p:txBody>
      </p:sp>
      <p:sp>
        <p:nvSpPr>
          <p:cNvPr id="4" name="Slide Number Placeholder 3"/>
          <p:cNvSpPr>
            <a:spLocks noGrp="1"/>
          </p:cNvSpPr>
          <p:nvPr>
            <p:ph type="sldNum" sz="quarter" idx="5"/>
          </p:nvPr>
        </p:nvSpPr>
        <p:spPr/>
        <p:txBody>
          <a:bodyPr/>
          <a:lstStyle/>
          <a:p>
            <a:fld id="{38EFF46E-6B43-41F9-9272-B566D03A251C}" type="slidenum">
              <a:rPr lang="en-US" smtClean="0"/>
              <a:t>1</a:t>
            </a:fld>
            <a:endParaRPr lang="en-US"/>
          </a:p>
        </p:txBody>
      </p:sp>
    </p:spTree>
    <p:extLst>
      <p:ext uri="{BB962C8B-B14F-4D97-AF65-F5344CB8AC3E}">
        <p14:creationId xmlns:p14="http://schemas.microsoft.com/office/powerpoint/2010/main" val="31436954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Title and Introduction</a:t>
            </a:r>
          </a:p>
        </p:txBody>
      </p:sp>
      <p:sp>
        <p:nvSpPr>
          <p:cNvPr id="4" name="Slide Number Placeholder 3"/>
          <p:cNvSpPr>
            <a:spLocks noGrp="1"/>
          </p:cNvSpPr>
          <p:nvPr>
            <p:ph type="sldNum" sz="quarter" idx="5"/>
          </p:nvPr>
        </p:nvSpPr>
        <p:spPr/>
        <p:txBody>
          <a:bodyPr/>
          <a:lstStyle/>
          <a:p>
            <a:fld id="{38EFF46E-6B43-41F9-9272-B566D03A251C}" type="slidenum">
              <a:rPr lang="en-US" smtClean="0"/>
              <a:t>2</a:t>
            </a:fld>
            <a:endParaRPr lang="en-US"/>
          </a:p>
        </p:txBody>
      </p:sp>
    </p:spTree>
    <p:extLst>
      <p:ext uri="{BB962C8B-B14F-4D97-AF65-F5344CB8AC3E}">
        <p14:creationId xmlns:p14="http://schemas.microsoft.com/office/powerpoint/2010/main" val="34513467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titled "Web-Based Product Expiration Monitoring and Inventory Management System Using Spring Boot and PostgreSQL" addresses critical challenges faced by businesses and consumers due to expired products. Expired goods pose severe health risks such as food poisoning and gastrointestinal issues, while businesses suffer financial losses and potential legal consequences. Manual inventory tracking methods are error-prone and inefficient, especially for small and medium enterprises. This project introduces a web-based solution that automates inventory management, monitors expiration dates, and provides timely alerts to prevent losses and health hazards. Built using Spring Boot (Java 8) for backend robustness, HTML5 for a responsive user interface, and PostgreSQL for secure data storage, the system ensures scalability, reliability, and ease of use. It aims to streamline stock management, reduce human error, and enhance decision-making processes for business owners. By integrating batch tracking, expiration alerts, and loss calculation, the system offers a comprehensive approach to inventory control. The introduction sets the stage for understanding the significance of automation in inventory management and highlights how this project contributes to operational efficiency and consumer safety.</a:t>
            </a:r>
          </a:p>
        </p:txBody>
      </p:sp>
      <p:sp>
        <p:nvSpPr>
          <p:cNvPr id="4" name="Slide Number Placeholder 3"/>
          <p:cNvSpPr>
            <a:spLocks noGrp="1"/>
          </p:cNvSpPr>
          <p:nvPr>
            <p:ph type="sldNum" sz="quarter" idx="5"/>
          </p:nvPr>
        </p:nvSpPr>
        <p:spPr/>
        <p:txBody>
          <a:bodyPr/>
          <a:lstStyle/>
          <a:p>
            <a:fld id="{38EFF46E-6B43-41F9-9272-B566D03A251C}" type="slidenum">
              <a:rPr lang="en-US" smtClean="0"/>
              <a:t>3</a:t>
            </a:fld>
            <a:endParaRPr lang="en-US"/>
          </a:p>
        </p:txBody>
      </p:sp>
    </p:spTree>
    <p:extLst>
      <p:ext uri="{BB962C8B-B14F-4D97-AF65-F5344CB8AC3E}">
        <p14:creationId xmlns:p14="http://schemas.microsoft.com/office/powerpoint/2010/main" val="2215236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Specific Goals of the System</a:t>
            </a:r>
          </a:p>
        </p:txBody>
      </p:sp>
      <p:sp>
        <p:nvSpPr>
          <p:cNvPr id="4" name="Slide Number Placeholder 3"/>
          <p:cNvSpPr>
            <a:spLocks noGrp="1"/>
          </p:cNvSpPr>
          <p:nvPr>
            <p:ph type="sldNum" sz="quarter" idx="5"/>
          </p:nvPr>
        </p:nvSpPr>
        <p:spPr/>
        <p:txBody>
          <a:bodyPr/>
          <a:lstStyle/>
          <a:p>
            <a:fld id="{38EFF46E-6B43-41F9-9272-B566D03A251C}" type="slidenum">
              <a:rPr lang="en-US" smtClean="0"/>
              <a:t>4</a:t>
            </a:fld>
            <a:endParaRPr lang="en-US"/>
          </a:p>
        </p:txBody>
      </p:sp>
    </p:spTree>
    <p:extLst>
      <p:ext uri="{BB962C8B-B14F-4D97-AF65-F5344CB8AC3E}">
        <p14:creationId xmlns:p14="http://schemas.microsoft.com/office/powerpoint/2010/main" val="89977526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primary objective of this project is to develop a web-based inventory management system that efficiently tracks product expiration dates and minimizes losses. Specific goals include: (1) Creating an intuitive platform for managing inventory using Spring Boot and PostgreSQL; (2) Maintaining detailed records of products, including purchase details, manufacturer information, and expiration dates; (3) Implementing batch tracking to monitor product lifecycle; (4) Detecting expired and near-expiry products automatically and generating alerts; (5) Calculating financial losses associated with expired stock; and (6) Providing a dashboard for real-time inventory insights. These objectives aim to eliminate manual errors, improve operational efficiency, and ensure consumer safety. By leveraging modern web technologies, the system offers scalability and reliability, making it suitable for small and medium-sized businesses. The objectives also emphasize the importance of proactive measures such as clearance sales or donations for near-expiry products, thereby reducing waste and enhancing profitability.</a:t>
            </a:r>
          </a:p>
        </p:txBody>
      </p:sp>
      <p:sp>
        <p:nvSpPr>
          <p:cNvPr id="4" name="Slide Number Placeholder 3"/>
          <p:cNvSpPr>
            <a:spLocks noGrp="1"/>
          </p:cNvSpPr>
          <p:nvPr>
            <p:ph type="sldNum" sz="quarter" idx="5"/>
          </p:nvPr>
        </p:nvSpPr>
        <p:spPr/>
        <p:txBody>
          <a:bodyPr/>
          <a:lstStyle/>
          <a:p>
            <a:fld id="{38EFF46E-6B43-41F9-9272-B566D03A251C}" type="slidenum">
              <a:rPr lang="en-US" smtClean="0"/>
              <a:t>5</a:t>
            </a:fld>
            <a:endParaRPr lang="en-US"/>
          </a:p>
        </p:txBody>
      </p:sp>
    </p:spTree>
    <p:extLst>
      <p:ext uri="{BB962C8B-B14F-4D97-AF65-F5344CB8AC3E}">
        <p14:creationId xmlns:p14="http://schemas.microsoft.com/office/powerpoint/2010/main" val="248288812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System Coverage and Constraints</a:t>
            </a:r>
          </a:p>
        </p:txBody>
      </p:sp>
      <p:sp>
        <p:nvSpPr>
          <p:cNvPr id="4" name="Slide Number Placeholder 3"/>
          <p:cNvSpPr>
            <a:spLocks noGrp="1"/>
          </p:cNvSpPr>
          <p:nvPr>
            <p:ph type="sldNum" sz="quarter" idx="5"/>
          </p:nvPr>
        </p:nvSpPr>
        <p:spPr/>
        <p:txBody>
          <a:bodyPr/>
          <a:lstStyle/>
          <a:p>
            <a:fld id="{38EFF46E-6B43-41F9-9272-B566D03A251C}" type="slidenum">
              <a:rPr lang="en-US" smtClean="0"/>
              <a:t>6</a:t>
            </a:fld>
            <a:endParaRPr lang="en-US"/>
          </a:p>
        </p:txBody>
      </p:sp>
    </p:spTree>
    <p:extLst>
      <p:ext uri="{BB962C8B-B14F-4D97-AF65-F5344CB8AC3E}">
        <p14:creationId xmlns:p14="http://schemas.microsoft.com/office/powerpoint/2010/main" val="23937259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scope of this project includes developing a web-based application accessible via any internet-enabled device. Key features encompass inventory management, batch tracking, expiration date monitoring, automated alerts, and loss calculation. The system uses Spring Boot for backend development, HTML5 for the user interface, and PostgreSQL for database management, ensuring robust performance and secure data handling. However, the system has certain limitations: it relies on accurate manual data entry for product details, cannot physically detect spoilage beyond recorded expiration dates, and requires internet connectivity for access. Additionally, barcode scanning and predictive analytics are not integrated in the current version. Despite these constraints, the system significantly improves inventory accuracy and reduces risks associated with expired products. Future enhancements could include mobile app integration, barcode scanning, and AI-driven predictive stock management to further optimize functionality.</a:t>
            </a:r>
          </a:p>
        </p:txBody>
      </p:sp>
      <p:sp>
        <p:nvSpPr>
          <p:cNvPr id="4" name="Slide Number Placeholder 3"/>
          <p:cNvSpPr>
            <a:spLocks noGrp="1"/>
          </p:cNvSpPr>
          <p:nvPr>
            <p:ph type="sldNum" sz="quarter" idx="5"/>
          </p:nvPr>
        </p:nvSpPr>
        <p:spPr/>
        <p:txBody>
          <a:bodyPr/>
          <a:lstStyle/>
          <a:p>
            <a:fld id="{38EFF46E-6B43-41F9-9272-B566D03A251C}" type="slidenum">
              <a:rPr lang="en-US" smtClean="0"/>
              <a:t>7</a:t>
            </a:fld>
            <a:endParaRPr lang="en-US"/>
          </a:p>
        </p:txBody>
      </p:sp>
    </p:spTree>
    <p:extLst>
      <p:ext uri="{BB962C8B-B14F-4D97-AF65-F5344CB8AC3E}">
        <p14:creationId xmlns:p14="http://schemas.microsoft.com/office/powerpoint/2010/main" val="236815742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Development Approach and Tools</a:t>
            </a:r>
          </a:p>
        </p:txBody>
      </p:sp>
      <p:sp>
        <p:nvSpPr>
          <p:cNvPr id="4" name="Slide Number Placeholder 3"/>
          <p:cNvSpPr>
            <a:spLocks noGrp="1"/>
          </p:cNvSpPr>
          <p:nvPr>
            <p:ph type="sldNum" sz="quarter" idx="5"/>
          </p:nvPr>
        </p:nvSpPr>
        <p:spPr/>
        <p:txBody>
          <a:bodyPr/>
          <a:lstStyle/>
          <a:p>
            <a:fld id="{38EFF46E-6B43-41F9-9272-B566D03A251C}" type="slidenum">
              <a:rPr lang="en-US" smtClean="0"/>
              <a:t>8</a:t>
            </a:fld>
            <a:endParaRPr lang="en-US"/>
          </a:p>
        </p:txBody>
      </p:sp>
    </p:spTree>
    <p:extLst>
      <p:ext uri="{BB962C8B-B14F-4D97-AF65-F5344CB8AC3E}">
        <p14:creationId xmlns:p14="http://schemas.microsoft.com/office/powerpoint/2010/main" val="420587134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methodology for this project follows a structured software development lifecycle. It begins with requirement gathering to understand business needs and identify pain points in manual inventory systems. System analysis is conducted to map existing processes and propose improvements through automation. The design phase includes creating ER diagrams, Data Flow Diagrams (DFDs), and UI wireframes, along with defining the system architecture based on the Spring Boot MVC pattern. Development involves implementing the backend using Spring Boot and Java 8, designing the frontend with HTML5, CSS, and JavaScript, and integrating PostgreSQL for data storage using Spring Data JPA. Testing is performed at multiple levels, including unit testing with JUnit, integration testing, and user acceptance testing to ensure reliability and usability. Deployment utilizes embedded Tomcat for hosting, and maintenance focuses on bug fixes, performance optimization, and feature updates. This methodology ensures a systematic approach to building a scalable and secure web application tailored to inventory management needs.</a:t>
            </a:r>
          </a:p>
        </p:txBody>
      </p:sp>
      <p:sp>
        <p:nvSpPr>
          <p:cNvPr id="4" name="Slide Number Placeholder 3"/>
          <p:cNvSpPr>
            <a:spLocks noGrp="1"/>
          </p:cNvSpPr>
          <p:nvPr>
            <p:ph type="sldNum" sz="quarter" idx="5"/>
          </p:nvPr>
        </p:nvSpPr>
        <p:spPr/>
        <p:txBody>
          <a:bodyPr/>
          <a:lstStyle/>
          <a:p>
            <a:fld id="{38EFF46E-6B43-41F9-9272-B566D03A251C}" type="slidenum">
              <a:rPr lang="en-US" smtClean="0"/>
              <a:t>9</a:t>
            </a:fld>
            <a:endParaRPr lang="en-US"/>
          </a:p>
        </p:txBody>
      </p:sp>
    </p:spTree>
    <p:extLst>
      <p:ext uri="{BB962C8B-B14F-4D97-AF65-F5344CB8AC3E}">
        <p14:creationId xmlns:p14="http://schemas.microsoft.com/office/powerpoint/2010/main" val="15565525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Importance and Research Background</a:t>
            </a:r>
          </a:p>
        </p:txBody>
      </p:sp>
      <p:sp>
        <p:nvSpPr>
          <p:cNvPr id="4" name="Slide Number Placeholder 3"/>
          <p:cNvSpPr>
            <a:spLocks noGrp="1"/>
          </p:cNvSpPr>
          <p:nvPr>
            <p:ph type="sldNum" sz="quarter" idx="5"/>
          </p:nvPr>
        </p:nvSpPr>
        <p:spPr/>
        <p:txBody>
          <a:bodyPr/>
          <a:lstStyle/>
          <a:p>
            <a:fld id="{38EFF46E-6B43-41F9-9272-B566D03A251C}" type="slidenum">
              <a:rPr lang="en-US" smtClean="0"/>
              <a:t>10</a:t>
            </a:fld>
            <a:endParaRPr lang="en-US"/>
          </a:p>
        </p:txBody>
      </p:sp>
    </p:spTree>
    <p:extLst>
      <p:ext uri="{BB962C8B-B14F-4D97-AF65-F5344CB8AC3E}">
        <p14:creationId xmlns:p14="http://schemas.microsoft.com/office/powerpoint/2010/main" val="23546450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significance of this project lies in its ability to reduce manual errors, prevent financial losses, and safeguard consumer health. By automating expiration tracking and inventory management, the system enables timely decision-making for clearance sales, donations, or immediate consumption of near-expiry products. Literature on inventory systems highlights the inefficiencies of manual methods and the benefits of automation in improving accuracy and reducing waste. Previous research has explored barcode-based systems and desktop applications, but many lack scalability and real-time notification features. Modern frameworks like Spring Boot, combined with relational databases such as PostgreSQL, offer enhanced performance and flexibility. This project builds on these advancements by integrating expiry alerts, batch monitoring, and loss calculation into a unified web platform. Studies also emphasize the role of technology in ensuring compliance with health regulations and improving customer trust, making this system a valuable contribution to retail and inventory management practices.</a:t>
            </a:r>
          </a:p>
        </p:txBody>
      </p:sp>
      <p:sp>
        <p:nvSpPr>
          <p:cNvPr id="4" name="Slide Number Placeholder 3"/>
          <p:cNvSpPr>
            <a:spLocks noGrp="1"/>
          </p:cNvSpPr>
          <p:nvPr>
            <p:ph type="sldNum" sz="quarter" idx="5"/>
          </p:nvPr>
        </p:nvSpPr>
        <p:spPr/>
        <p:txBody>
          <a:bodyPr/>
          <a:lstStyle/>
          <a:p>
            <a:fld id="{38EFF46E-6B43-41F9-9272-B566D03A251C}" type="slidenum">
              <a:rPr lang="en-US" smtClean="0"/>
              <a:t>11</a:t>
            </a:fld>
            <a:endParaRPr lang="en-US"/>
          </a:p>
        </p:txBody>
      </p:sp>
    </p:spTree>
    <p:extLst>
      <p:ext uri="{BB962C8B-B14F-4D97-AF65-F5344CB8AC3E}">
        <p14:creationId xmlns:p14="http://schemas.microsoft.com/office/powerpoint/2010/main" val="133462015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Results and Final Thoughts</a:t>
            </a:r>
          </a:p>
        </p:txBody>
      </p:sp>
      <p:sp>
        <p:nvSpPr>
          <p:cNvPr id="4" name="Slide Number Placeholder 3"/>
          <p:cNvSpPr>
            <a:spLocks noGrp="1"/>
          </p:cNvSpPr>
          <p:nvPr>
            <p:ph type="sldNum" sz="quarter" idx="5"/>
          </p:nvPr>
        </p:nvSpPr>
        <p:spPr/>
        <p:txBody>
          <a:bodyPr/>
          <a:lstStyle/>
          <a:p>
            <a:fld id="{38EFF46E-6B43-41F9-9272-B566D03A251C}" type="slidenum">
              <a:rPr lang="en-US" smtClean="0"/>
              <a:t>12</a:t>
            </a:fld>
            <a:endParaRPr lang="en-US"/>
          </a:p>
        </p:txBody>
      </p:sp>
    </p:spTree>
    <p:extLst>
      <p:ext uri="{BB962C8B-B14F-4D97-AF65-F5344CB8AC3E}">
        <p14:creationId xmlns:p14="http://schemas.microsoft.com/office/powerpoint/2010/main" val="30395417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expected outcomes of this project include real-time inventory monitoring, automated alerts for near-expiry and expired products, reduction in financial losses, and improved consumer safety. The system will provide a user-friendly interface for managing stock, calculating losses, and generating actionable insights. By leveraging Spring Boot, HTML5, and PostgreSQL, the application ensures scalability, security, and reliability. In conclusion, this project offers a practical solution to the challenges of manual inventory management by automating critical processes and enhancing operational efficiency. It represents a significant step toward modernizing inventory practices for small and medium businesses, reducing waste, and promoting health compliance. Future improvements could include mobile app integration, barcode scanning, and predictive analytics to further optimize inventory control and decision-making.</a:t>
            </a:r>
          </a:p>
        </p:txBody>
      </p:sp>
      <p:sp>
        <p:nvSpPr>
          <p:cNvPr id="4" name="Slide Number Placeholder 3"/>
          <p:cNvSpPr>
            <a:spLocks noGrp="1"/>
          </p:cNvSpPr>
          <p:nvPr>
            <p:ph type="sldNum" sz="quarter" idx="5"/>
          </p:nvPr>
        </p:nvSpPr>
        <p:spPr/>
        <p:txBody>
          <a:bodyPr/>
          <a:lstStyle/>
          <a:p>
            <a:fld id="{38EFF46E-6B43-41F9-9272-B566D03A251C}" type="slidenum">
              <a:rPr lang="en-US" smtClean="0"/>
              <a:t>13</a:t>
            </a:fld>
            <a:endParaRPr lang="en-US"/>
          </a:p>
        </p:txBody>
      </p:sp>
    </p:spTree>
    <p:extLst>
      <p:ext uri="{BB962C8B-B14F-4D97-AF65-F5344CB8AC3E}">
        <p14:creationId xmlns:p14="http://schemas.microsoft.com/office/powerpoint/2010/main" val="306480292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20.jpeg"/><Relationship Id="rId2" Type="http://schemas.openxmlformats.org/officeDocument/2006/relationships/image" Target="../media/image19.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image" Target="../media/image2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image" Target="../media/image41.jpe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8" name="Picture 7" descr="A close up of a colorful background&#10;&#10;AI-generated content may be incorrect.">
            <a:extLst>
              <a:ext uri="{FF2B5EF4-FFF2-40B4-BE49-F238E27FC236}">
                <a16:creationId xmlns:a16="http://schemas.microsoft.com/office/drawing/2014/main" id="{C9D2B7C3-93C4-3719-D2A9-FBE9AFC2AC04}"/>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2054227"/>
            <a:ext cx="8229600" cy="4727574"/>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457200"/>
            <a:ext cx="3424518" cy="1139825"/>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0"/>
            <a:ext cx="1295400" cy="381000"/>
          </a:xfrm>
        </p:spPr>
        <p:txBody>
          <a:bodyPr/>
          <a:lstStyle/>
          <a:p>
            <a:fld id="{B3CFBE15-E4BE-4B42-AEEE-ED6C6B9CFCE2}"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57885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
    <p:spTree>
      <p:nvGrpSpPr>
        <p:cNvPr id="1" name=""/>
        <p:cNvGrpSpPr/>
        <p:nvPr/>
      </p:nvGrpSpPr>
      <p:grpSpPr>
        <a:xfrm>
          <a:off x="0" y="0"/>
          <a:ext cx="0" cy="0"/>
          <a:chOff x="0" y="0"/>
          <a:chExt cx="0" cy="0"/>
        </a:xfrm>
      </p:grpSpPr>
      <p:sp>
        <p:nvSpPr>
          <p:cNvPr id="14" name="Title Placeholder 1">
            <a:extLst>
              <a:ext uri="{FF2B5EF4-FFF2-40B4-BE49-F238E27FC236}">
                <a16:creationId xmlns:a16="http://schemas.microsoft.com/office/drawing/2014/main" id="{6D8A5A2A-9561-6566-F92F-F70D32882A3B}"/>
              </a:ext>
            </a:extLst>
          </p:cNvPr>
          <p:cNvSpPr>
            <a:spLocks noGrp="1"/>
          </p:cNvSpPr>
          <p:nvPr>
            <p:ph type="title"/>
          </p:nvPr>
        </p:nvSpPr>
        <p:spPr>
          <a:xfrm>
            <a:off x="457200" y="490128"/>
            <a:ext cx="11277599" cy="914400"/>
          </a:xfrm>
          <a:prstGeom prst="rect">
            <a:avLst/>
          </a:prstGeom>
        </p:spPr>
        <p:txBody>
          <a:bodyPr vert="horz" lIns="91440" tIns="45720" rIns="91440" bIns="45720" rtlCol="0" anchor="t">
            <a:normAutofit/>
          </a:body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295400" cy="381000"/>
          </a:xfrm>
        </p:spPr>
        <p:txBody>
          <a:bodyPr/>
          <a:lstStyle/>
          <a:p>
            <a:fld id="{94040C0B-3638-F744-9F98-D66CEC428329}"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3" name="Text Placeholder 2">
            <a:extLst>
              <a:ext uri="{FF2B5EF4-FFF2-40B4-BE49-F238E27FC236}">
                <a16:creationId xmlns:a16="http://schemas.microsoft.com/office/drawing/2014/main" id="{0F542A43-84A6-50F4-C658-B1BBDDAD8C0D}"/>
              </a:ext>
            </a:extLst>
          </p:cNvPr>
          <p:cNvSpPr>
            <a:spLocks noGrp="1"/>
          </p:cNvSpPr>
          <p:nvPr>
            <p:ph idx="1"/>
          </p:nvPr>
        </p:nvSpPr>
        <p:spPr>
          <a:xfrm>
            <a:off x="457200" y="1861728"/>
            <a:ext cx="11277599" cy="4539072"/>
          </a:xfrm>
          <a:prstGeom prst="rect">
            <a:avLst/>
          </a:prstGeom>
        </p:spPr>
        <p:txBody>
          <a:bodyPr vert="horz" lIns="91440" tIns="45720" rIns="91440" bIns="45720" rtlCol="0">
            <a:normAutofit/>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022904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with Picture">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D05031BA-FE29-1272-03FA-2B84A991745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1094"/>
            <a:ext cx="12192000" cy="6858000"/>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5257800"/>
            <a:ext cx="11277600" cy="685800"/>
          </a:xfrm>
          <a:prstGeom prst="rect">
            <a:avLst/>
          </a:prstGeom>
        </p:spPr>
        <p:txBody>
          <a:bodyPr vert="horz" lIns="91440" tIns="45720" rIns="91440" bIns="45720" rtlCol="0" anchor="t">
            <a:normAutofit/>
          </a:bodyPr>
          <a:lstStyle>
            <a:lvl1pPr>
              <a:defRPr lang="en-US" sz="60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1" y="6019799"/>
            <a:ext cx="11277598" cy="381000"/>
          </a:xfrm>
        </p:spPr>
        <p:txBody>
          <a:bodyPr vert="horz" lIns="91440" tIns="45720" rIns="91440" bIns="45720" rtlCol="0" anchor="b">
            <a:normAutofit/>
          </a:bodyPr>
          <a:lstStyle>
            <a:lvl1pPr marL="0" indent="0">
              <a:lnSpc>
                <a:spcPct val="100000"/>
              </a:lnSpc>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1AA6C9C7-A264-237A-7F3C-46E6A7A9646D}"/>
              </a:ext>
            </a:extLst>
          </p:cNvPr>
          <p:cNvSpPr>
            <a:spLocks noGrp="1"/>
          </p:cNvSpPr>
          <p:nvPr>
            <p:ph type="dt" sz="half" idx="14"/>
          </p:nvPr>
        </p:nvSpPr>
        <p:spPr/>
        <p:txBody>
          <a:bodyPr/>
          <a:lstStyle/>
          <a:p>
            <a:fld id="{D9EF7764-3766-AD43-917F-3181D2483C36}" type="datetime1">
              <a:rPr lang="en-US" smtClean="0"/>
              <a:t>1/16/2026</a:t>
            </a:fld>
            <a:endParaRPr lang="en-US"/>
          </a:p>
        </p:txBody>
      </p:sp>
      <p:sp>
        <p:nvSpPr>
          <p:cNvPr id="8" name="Footer Placeholder 7">
            <a:extLst>
              <a:ext uri="{FF2B5EF4-FFF2-40B4-BE49-F238E27FC236}">
                <a16:creationId xmlns:a16="http://schemas.microsoft.com/office/drawing/2014/main" id="{1B5B8C48-05E9-5280-3F6A-22F8BCBB477E}"/>
              </a:ext>
            </a:extLst>
          </p:cNvPr>
          <p:cNvSpPr>
            <a:spLocks noGrp="1"/>
          </p:cNvSpPr>
          <p:nvPr>
            <p:ph type="ftr" sz="quarter" idx="15"/>
          </p:nvPr>
        </p:nvSpPr>
        <p:spPr/>
        <p:txBody>
          <a:bodyPr/>
          <a:lstStyle/>
          <a:p>
            <a:r>
              <a:rPr lang="en-US"/>
              <a:t>Sample Footer Text</a:t>
            </a:r>
          </a:p>
        </p:txBody>
      </p:sp>
      <p:sp>
        <p:nvSpPr>
          <p:cNvPr id="10" name="Picture Placeholder 4">
            <a:extLst>
              <a:ext uri="{FF2B5EF4-FFF2-40B4-BE49-F238E27FC236}">
                <a16:creationId xmlns:a16="http://schemas.microsoft.com/office/drawing/2014/main" id="{7071A80C-9405-B736-DA8E-7C6B87617DC7}"/>
              </a:ext>
            </a:extLst>
          </p:cNvPr>
          <p:cNvSpPr>
            <a:spLocks noGrp="1"/>
          </p:cNvSpPr>
          <p:nvPr>
            <p:ph type="pic" sz="quarter" idx="17" hasCustomPrompt="1"/>
          </p:nvPr>
        </p:nvSpPr>
        <p:spPr>
          <a:xfrm>
            <a:off x="457200" y="457199"/>
            <a:ext cx="11274552" cy="4572001"/>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a:defRPr/>
            </a:lvl1pPr>
          </a:lstStyle>
          <a:p>
            <a:r>
              <a:rPr lang="en-US"/>
              <a:t>   </a:t>
            </a:r>
          </a:p>
        </p:txBody>
      </p:sp>
      <p:sp>
        <p:nvSpPr>
          <p:cNvPr id="9" name="Slide Number Placeholder 8">
            <a:extLst>
              <a:ext uri="{FF2B5EF4-FFF2-40B4-BE49-F238E27FC236}">
                <a16:creationId xmlns:a16="http://schemas.microsoft.com/office/drawing/2014/main" id="{47BC820F-C031-6832-5CA0-B972903E0D5F}"/>
              </a:ext>
            </a:extLst>
          </p:cNvPr>
          <p:cNvSpPr>
            <a:spLocks noGrp="1"/>
          </p:cNvSpPr>
          <p:nvPr>
            <p:ph type="sldNum" sz="quarter" idx="16"/>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25460713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3E88507-42ED-EBB5-0C22-CA3A46666AB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3052" y="3175"/>
            <a:ext cx="12186353" cy="6854823"/>
          </a:xfrm>
          <a:custGeom>
            <a:avLst/>
            <a:gdLst>
              <a:gd name="csX0" fmla="*/ 0 w 12186355"/>
              <a:gd name="csY0" fmla="*/ 0 h 6854824"/>
              <a:gd name="csX1" fmla="*/ 12186355 w 12186355"/>
              <a:gd name="csY1" fmla="*/ 0 h 6854824"/>
              <a:gd name="csX2" fmla="*/ 12186355 w 12186355"/>
              <a:gd name="csY2" fmla="*/ 454025 h 6854824"/>
              <a:gd name="csX3" fmla="*/ 4798004 w 12186355"/>
              <a:gd name="csY3" fmla="*/ 454025 h 6854824"/>
              <a:gd name="csX4" fmla="*/ 4798004 w 12186355"/>
              <a:gd name="csY4" fmla="*/ 6397625 h 6854824"/>
              <a:gd name="csX5" fmla="*/ 12186355 w 12186355"/>
              <a:gd name="csY5" fmla="*/ 6397625 h 6854824"/>
              <a:gd name="csX6" fmla="*/ 12186355 w 12186355"/>
              <a:gd name="csY6" fmla="*/ 6854824 h 6854824"/>
              <a:gd name="csX7" fmla="*/ 0 w 12186355"/>
              <a:gd name="csY7" fmla="*/ 6854824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5" h="6854824">
                <a:moveTo>
                  <a:pt x="0" y="0"/>
                </a:moveTo>
                <a:lnTo>
                  <a:pt x="12186355" y="0"/>
                </a:lnTo>
                <a:lnTo>
                  <a:pt x="12186355" y="454025"/>
                </a:lnTo>
                <a:lnTo>
                  <a:pt x="4798004" y="454025"/>
                </a:lnTo>
                <a:lnTo>
                  <a:pt x="4798004" y="6397625"/>
                </a:lnTo>
                <a:lnTo>
                  <a:pt x="12186355" y="6397625"/>
                </a:lnTo>
                <a:lnTo>
                  <a:pt x="1218635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3886198" cy="4513974"/>
          </a:xfrm>
          <a:prstGeom prst="rect">
            <a:avLst/>
          </a:prstGeom>
        </p:spPr>
        <p:txBody>
          <a:bodyPr vert="horz" lIns="91440" tIns="45720" rIns="91440" bIns="45720" rtlCol="0" anchor="t">
            <a:normAutofit/>
          </a:bodyPr>
          <a:lstStyle>
            <a:lvl1pPr>
              <a:defRPr lang="en-US" sz="48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199" y="5425200"/>
            <a:ext cx="3886200" cy="975600"/>
          </a:xfrm>
        </p:spPr>
        <p:txBody>
          <a:bodyPr vert="horz" lIns="91440" tIns="45720" rIns="91440" bIns="45720" rtlCol="0" anchor="b">
            <a:normAutofit/>
          </a:bodyPr>
          <a:lstStyle>
            <a:lvl1pPr marL="0" indent="0">
              <a:lnSpc>
                <a:spcPct val="100000"/>
              </a:lnSpc>
              <a:spcBef>
                <a:spcPts val="0"/>
              </a:spcBef>
              <a:buNone/>
              <a:defRPr lang="en-US" sz="2000" dirty="0"/>
            </a:lvl1pPr>
          </a:lstStyle>
          <a:p>
            <a:pPr lvl="0"/>
            <a:r>
              <a:rPr lang="en-US"/>
              <a:t>Click to edit Master subtitle style</a:t>
            </a:r>
          </a:p>
        </p:txBody>
      </p:sp>
      <p:sp>
        <p:nvSpPr>
          <p:cNvPr id="7" name="Date Placeholder 6">
            <a:extLst>
              <a:ext uri="{FF2B5EF4-FFF2-40B4-BE49-F238E27FC236}">
                <a16:creationId xmlns:a16="http://schemas.microsoft.com/office/drawing/2014/main" id="{F991F941-2D53-CC10-7947-62237A245FE0}"/>
              </a:ext>
            </a:extLst>
          </p:cNvPr>
          <p:cNvSpPr>
            <a:spLocks noGrp="1"/>
          </p:cNvSpPr>
          <p:nvPr>
            <p:ph type="dt" sz="half" idx="14"/>
          </p:nvPr>
        </p:nvSpPr>
        <p:spPr>
          <a:xfrm>
            <a:off x="76200" y="76201"/>
            <a:ext cx="1295400" cy="380999"/>
          </a:xfrm>
        </p:spPr>
        <p:txBody>
          <a:bodyPr/>
          <a:lstStyle/>
          <a:p>
            <a:fld id="{BD2E1884-4CA3-F14A-A3FE-9D94D32D34BF}" type="datetime1">
              <a:rPr lang="en-US" smtClean="0"/>
              <a:t>1/16/2026</a:t>
            </a:fld>
            <a:endParaRPr lang="en-US"/>
          </a:p>
        </p:txBody>
      </p:sp>
      <p:sp>
        <p:nvSpPr>
          <p:cNvPr id="8" name="Footer Placeholder 7">
            <a:extLst>
              <a:ext uri="{FF2B5EF4-FFF2-40B4-BE49-F238E27FC236}">
                <a16:creationId xmlns:a16="http://schemas.microsoft.com/office/drawing/2014/main" id="{9A6E6A4C-6C55-068A-43AA-78DB4D1D643B}"/>
              </a:ext>
            </a:extLst>
          </p:cNvPr>
          <p:cNvSpPr>
            <a:spLocks noGrp="1"/>
          </p:cNvSpPr>
          <p:nvPr>
            <p:ph type="ftr" sz="quarter" idx="15"/>
          </p:nvPr>
        </p:nvSpPr>
        <p:spPr>
          <a:xfrm>
            <a:off x="6096000" y="76202"/>
            <a:ext cx="6019800" cy="365124"/>
          </a:xfrm>
        </p:spPr>
        <p:txBody>
          <a:bodyPr/>
          <a:lstStyle/>
          <a:p>
            <a:r>
              <a:rPr lang="en-US"/>
              <a:t>Sample Footer Text</a:t>
            </a:r>
          </a:p>
        </p:txBody>
      </p:sp>
      <p:sp>
        <p:nvSpPr>
          <p:cNvPr id="5" name="Picture Placeholder 10">
            <a:extLst>
              <a:ext uri="{FF2B5EF4-FFF2-40B4-BE49-F238E27FC236}">
                <a16:creationId xmlns:a16="http://schemas.microsoft.com/office/drawing/2014/main" id="{9B516699-87B0-CAF3-CAD8-AA40FF750A2A}"/>
              </a:ext>
            </a:extLst>
          </p:cNvPr>
          <p:cNvSpPr>
            <a:spLocks noGrp="1"/>
          </p:cNvSpPr>
          <p:nvPr>
            <p:ph type="pic" sz="quarter" idx="13" hasCustomPrompt="1"/>
          </p:nvPr>
        </p:nvSpPr>
        <p:spPr>
          <a:xfrm>
            <a:off x="4794950" y="457200"/>
            <a:ext cx="7388352"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9" name="Slide Number Placeholder 8">
            <a:extLst>
              <a:ext uri="{FF2B5EF4-FFF2-40B4-BE49-F238E27FC236}">
                <a16:creationId xmlns:a16="http://schemas.microsoft.com/office/drawing/2014/main" id="{C1A2CCFF-14A7-08A8-4465-732CD8928728}"/>
              </a:ext>
            </a:extLst>
          </p:cNvPr>
          <p:cNvSpPr>
            <a:spLocks noGrp="1"/>
          </p:cNvSpPr>
          <p:nvPr>
            <p:ph type="sldNum" sz="quarter" idx="16"/>
          </p:nvPr>
        </p:nvSpPr>
        <p:spPr>
          <a:xfrm>
            <a:off x="10820400" y="6416675"/>
            <a:ext cx="1295400" cy="365125"/>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112450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with Picture 3">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FA396DB-37C9-E6F8-96EC-A98E7090367E}"/>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0 w 12186353"/>
              <a:gd name="csY0" fmla="*/ 6854824 h 6854824"/>
              <a:gd name="csX1" fmla="*/ 12186353 w 12186353"/>
              <a:gd name="csY1" fmla="*/ 6854824 h 6854824"/>
              <a:gd name="csX2" fmla="*/ 12186353 w 12186353"/>
              <a:gd name="csY2" fmla="*/ 0 h 6854824"/>
              <a:gd name="csX3" fmla="*/ 0 w 12186353"/>
              <a:gd name="csY3" fmla="*/ 0 h 6854824"/>
              <a:gd name="csX4" fmla="*/ 0 w 12186353"/>
              <a:gd name="csY4" fmla="*/ 457198 h 6854824"/>
              <a:gd name="csX5" fmla="*/ 7418624 w 12186353"/>
              <a:gd name="csY5" fmla="*/ 457198 h 6854824"/>
              <a:gd name="csX6" fmla="*/ 7418624 w 12186353"/>
              <a:gd name="csY6" fmla="*/ 6400798 h 6854824"/>
              <a:gd name="csX7" fmla="*/ 0 w 12186353"/>
              <a:gd name="csY7" fmla="*/ 6400798 h 685482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4">
                <a:moveTo>
                  <a:pt x="0" y="6854824"/>
                </a:moveTo>
                <a:lnTo>
                  <a:pt x="12186353" y="6854824"/>
                </a:lnTo>
                <a:lnTo>
                  <a:pt x="12186353" y="0"/>
                </a:lnTo>
                <a:lnTo>
                  <a:pt x="0" y="0"/>
                </a:lnTo>
                <a:lnTo>
                  <a:pt x="0" y="457198"/>
                </a:lnTo>
                <a:lnTo>
                  <a:pt x="7418624" y="457198"/>
                </a:lnTo>
                <a:lnTo>
                  <a:pt x="7418624" y="6400798"/>
                </a:lnTo>
                <a:lnTo>
                  <a:pt x="0" y="6400798"/>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7918702" y="1856835"/>
            <a:ext cx="3816098" cy="3048276"/>
          </a:xfrm>
          <a:prstGeom prst="rect">
            <a:avLst/>
          </a:prstGeom>
        </p:spPr>
        <p:txBody>
          <a:bodyPr vert="horz" lIns="91440" tIns="45720" rIns="91440" bIns="45720" rtlCol="0" anchor="b">
            <a:normAutofit/>
          </a:bodyPr>
          <a:lstStyle>
            <a:lvl1pPr>
              <a:defRPr lang="en-US" sz="44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7918702" y="5362310"/>
            <a:ext cx="3816098" cy="1026767"/>
          </a:xfrm>
        </p:spPr>
        <p:txBody>
          <a:bodyPr vert="horz" lIns="91440" tIns="45720" rIns="91440" bIns="45720" rtlCol="0">
            <a:normAutofit/>
          </a:bodyPr>
          <a:lstStyle>
            <a:lvl1pPr marL="0" indent="0">
              <a:lnSpc>
                <a:spcPct val="100000"/>
              </a:lnSpc>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DCB9363-2EBD-E747-A181-1D3A08C65245}"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9" name="Picture Placeholder 13">
            <a:extLst>
              <a:ext uri="{FF2B5EF4-FFF2-40B4-BE49-F238E27FC236}">
                <a16:creationId xmlns:a16="http://schemas.microsoft.com/office/drawing/2014/main" id="{29ACD8CA-973C-C07A-B4B5-1C33BD62674E}"/>
              </a:ext>
            </a:extLst>
          </p:cNvPr>
          <p:cNvSpPr>
            <a:spLocks noGrp="1"/>
          </p:cNvSpPr>
          <p:nvPr>
            <p:ph type="pic" sz="quarter" idx="14" hasCustomPrompt="1"/>
          </p:nvPr>
        </p:nvSpPr>
        <p:spPr>
          <a:xfrm>
            <a:off x="1" y="457200"/>
            <a:ext cx="7424272" cy="5943600"/>
          </a:xfrm>
          <a:custGeom>
            <a:avLst/>
            <a:gdLst>
              <a:gd name="connsiteX0" fmla="*/ 0 w 7195675"/>
              <a:gd name="connsiteY0" fmla="*/ 0 h 6858000"/>
              <a:gd name="connsiteX1" fmla="*/ 7195675 w 7195675"/>
              <a:gd name="connsiteY1" fmla="*/ 0 h 6858000"/>
              <a:gd name="connsiteX2" fmla="*/ 7195675 w 7195675"/>
              <a:gd name="connsiteY2" fmla="*/ 6858000 h 6858000"/>
              <a:gd name="connsiteX3" fmla="*/ 0 w 7195675"/>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7195675" h="6858000">
                <a:moveTo>
                  <a:pt x="0" y="0"/>
                </a:moveTo>
                <a:lnTo>
                  <a:pt x="7195675" y="0"/>
                </a:lnTo>
                <a:lnTo>
                  <a:pt x="7195675"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145665994"/>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2">
    <p:spTree>
      <p:nvGrpSpPr>
        <p:cNvPr id="1" name=""/>
        <p:cNvGrpSpPr/>
        <p:nvPr/>
      </p:nvGrpSpPr>
      <p:grpSpPr>
        <a:xfrm>
          <a:off x="0" y="0"/>
          <a:ext cx="0" cy="0"/>
          <a:chOff x="0" y="0"/>
          <a:chExt cx="0" cy="0"/>
        </a:xfrm>
      </p:grpSpPr>
      <p:pic>
        <p:nvPicPr>
          <p:cNvPr id="16" name="Picture 15">
            <a:extLst>
              <a:ext uri="{FF2B5EF4-FFF2-40B4-BE49-F238E27FC236}">
                <a16:creationId xmlns:a16="http://schemas.microsoft.com/office/drawing/2014/main" id="{31CBD8CA-F53F-CFB6-D102-6C4CA833B8E6}"/>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4"/>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457200" y="457200"/>
            <a:ext cx="8229600" cy="5414681"/>
          </a:xfrm>
          <a:prstGeom prst="rect">
            <a:avLst/>
          </a:prstGeom>
        </p:spPr>
        <p:txBody>
          <a:bodyPr vert="horz" lIns="91440" tIns="45720" rIns="91440" bIns="45720" rtlCol="0" anchor="b">
            <a:normAutofit/>
          </a:bodyPr>
          <a:lstStyle>
            <a:lvl1pPr>
              <a:defRPr lang="en-US" sz="9600" dirty="0"/>
            </a:lvl1pPr>
          </a:lstStyle>
          <a:p>
            <a:pPr lvl="0"/>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457200" y="5943599"/>
            <a:ext cx="10896600" cy="461681"/>
          </a:xfrm>
        </p:spPr>
        <p:txBody>
          <a:bodyPr vert="horz" lIns="91440" tIns="45720" rIns="91440" bIns="45720" rtlCol="0" anchor="b">
            <a:normAutofit/>
          </a:bodyPr>
          <a:lstStyle>
            <a:lvl1pPr marL="0" indent="0">
              <a:buNone/>
              <a:defRPr lang="en-US" sz="2000" dirty="0"/>
            </a:lvl1pPr>
          </a:lstStyle>
          <a:p>
            <a:pPr lvl="0"/>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0" y="87593"/>
            <a:ext cx="914400" cy="365125"/>
          </a:xfrm>
        </p:spPr>
        <p:txBody>
          <a:bodyPr/>
          <a:lstStyle/>
          <a:p>
            <a:fld id="{A43625EB-9CE7-FE4A-962B-ADA6590F06B0}"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9310395" y="87593"/>
            <a:ext cx="2805405"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0580360"/>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3"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1717588" y="457200"/>
            <a:ext cx="8723871" cy="4419600"/>
          </a:xfrm>
          <a:prstGeom prst="rect">
            <a:avLst/>
          </a:prstGeom>
        </p:spPr>
        <p:txBody>
          <a:bodyPr anchor="b">
            <a:normAutofit/>
          </a:bodyPr>
          <a:lstStyle>
            <a:lvl1pPr algn="ct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3467100" y="5483226"/>
            <a:ext cx="5257800" cy="917574"/>
          </a:xfrm>
        </p:spPr>
        <p:txBody>
          <a:bodyPr anchor="b">
            <a:normAutofit/>
          </a:bodyPr>
          <a:lstStyle>
            <a:lvl1pPr marL="0" indent="0" algn="ct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88E0F305-9E38-2F43-A154-0A13A54C557F}"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6269677"/>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4">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AD933488-440B-D134-7B68-A14A7114C14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9" name="Title 8">
            <a:extLst>
              <a:ext uri="{FF2B5EF4-FFF2-40B4-BE49-F238E27FC236}">
                <a16:creationId xmlns:a16="http://schemas.microsoft.com/office/drawing/2014/main" id="{DDDC27D1-1506-B7FD-BBD8-570878A444FC}"/>
              </a:ext>
            </a:extLst>
          </p:cNvPr>
          <p:cNvSpPr>
            <a:spLocks noGrp="1"/>
          </p:cNvSpPr>
          <p:nvPr>
            <p:ph type="title"/>
          </p:nvPr>
        </p:nvSpPr>
        <p:spPr>
          <a:xfrm>
            <a:off x="457200" y="457200"/>
            <a:ext cx="7380952" cy="6277097"/>
          </a:xfrm>
        </p:spPr>
        <p:txBody>
          <a:bodyPr anchor="b"/>
          <a:lstStyle>
            <a:lvl1pPr>
              <a:defRPr sz="8000"/>
            </a:lvl1pPr>
          </a:lstStyle>
          <a:p>
            <a:r>
              <a:rPr lang="en-US"/>
              <a:t>Click to edit Master title style</a:t>
            </a:r>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8295354" y="457200"/>
            <a:ext cx="3439445" cy="2971800"/>
          </a:xfrm>
        </p:spPr>
        <p:txBody>
          <a:bodyPr anchor="t">
            <a:normAutofit/>
          </a:bodyPr>
          <a:lstStyle>
            <a:lvl1pPr marL="0" indent="0" algn="r">
              <a:lnSpc>
                <a:spcPct val="100000"/>
              </a:lnSpc>
              <a:spcBef>
                <a:spcPts val="0"/>
              </a:spcBef>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B9258CAE-C0F2-B346-BD4B-417B70F2F6EB}"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07032483"/>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2"/>
      </p:bgRef>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B2BFDAB-1042-6B32-CEEF-4E400B77CFCB}"/>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1" y="3174"/>
            <a:ext cx="12192002" cy="6854824"/>
          </a:xfrm>
          <a:custGeom>
            <a:avLst/>
            <a:gdLst>
              <a:gd name="csX0" fmla="*/ 0 w 5650525"/>
              <a:gd name="csY0" fmla="*/ 0 h 6854824"/>
              <a:gd name="csX1" fmla="*/ 5650525 w 5650525"/>
              <a:gd name="csY1" fmla="*/ 0 h 6854824"/>
              <a:gd name="csX2" fmla="*/ 5650525 w 5650525"/>
              <a:gd name="csY2" fmla="*/ 6854824 h 6854824"/>
              <a:gd name="csX3" fmla="*/ 0 w 5650525"/>
              <a:gd name="csY3" fmla="*/ 6854824 h 6854824"/>
            </a:gdLst>
            <a:ahLst/>
            <a:cxnLst>
              <a:cxn ang="0">
                <a:pos x="csX0" y="csY0"/>
              </a:cxn>
              <a:cxn ang="0">
                <a:pos x="csX1" y="csY1"/>
              </a:cxn>
              <a:cxn ang="0">
                <a:pos x="csX2" y="csY2"/>
              </a:cxn>
              <a:cxn ang="0">
                <a:pos x="csX3" y="csY3"/>
              </a:cxn>
            </a:cxnLst>
            <a:rect l="l" t="t" r="r" b="b"/>
            <a:pathLst>
              <a:path w="5650525" h="6854824">
                <a:moveTo>
                  <a:pt x="0" y="0"/>
                </a:moveTo>
                <a:lnTo>
                  <a:pt x="5650525" y="0"/>
                </a:lnTo>
                <a:lnTo>
                  <a:pt x="5650525" y="6854824"/>
                </a:lnTo>
                <a:lnTo>
                  <a:pt x="0" y="6854824"/>
                </a:lnTo>
                <a:close/>
              </a:path>
            </a:pathLst>
          </a:cu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7845553"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51EF5BDB-72C5-6C45-B365-DB2A3AA7E4EB}"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337823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ection Header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5515063-D727-8995-60D3-02623A7C2AF1}"/>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E4336E9A-8E96-CD8C-7598-F87632CD81CF}"/>
              </a:ext>
            </a:extLst>
          </p:cNvPr>
          <p:cNvSpPr>
            <a:spLocks noGrp="1"/>
          </p:cNvSpPr>
          <p:nvPr>
            <p:ph type="ctrTitle" hasCustomPrompt="1"/>
          </p:nvPr>
        </p:nvSpPr>
        <p:spPr>
          <a:xfrm>
            <a:off x="457199" y="457200"/>
            <a:ext cx="9982201" cy="6172200"/>
          </a:xfrm>
          <a:prstGeom prst="rect">
            <a:avLst/>
          </a:prstGeom>
        </p:spPr>
        <p:txBody>
          <a:bodyPr vert="horz" lIns="91440" tIns="45720" rIns="91440" bIns="45720" rtlCol="0" anchor="b">
            <a:normAutofit/>
          </a:bodyPr>
          <a:lstStyle>
            <a:lvl1pPr>
              <a:defRPr lang="en-US" sz="6000" dirty="0"/>
            </a:lvl1pPr>
          </a:lstStyle>
          <a:p>
            <a:pPr lvl="0"/>
            <a:r>
              <a:rPr lang="en-US"/>
              <a:t>Section Header</a:t>
            </a:r>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a:xfrm>
            <a:off x="76201" y="76201"/>
            <a:ext cx="914400" cy="381000"/>
          </a:xfrm>
        </p:spPr>
        <p:txBody>
          <a:bodyPr/>
          <a:lstStyle/>
          <a:p>
            <a:fld id="{FF6B260B-9C30-8041-A127-55431CED219C}" type="datetime1">
              <a:rPr lang="en-US" smtClean="0"/>
              <a:t>1/16/2026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a:xfrm>
            <a:off x="6096000" y="76201"/>
            <a:ext cx="6019800" cy="365125"/>
          </a:xfrm>
        </p:spPr>
        <p:txBody>
          <a:bodyPr/>
          <a:lstStyle/>
          <a:p>
            <a:r>
              <a:rPr lang="en-US"/>
              <a:t>Sample Footer Text</a:t>
            </a:r>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a:xfrm>
            <a:off x="11353800" y="6400800"/>
            <a:ext cx="7620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3934272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90E223EA-E781-514C-FE24-98349C5AF91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6386732"/>
              <a:gd name="csY0" fmla="*/ 0 h 6858000"/>
              <a:gd name="csX1" fmla="*/ 6386732 w 6386732"/>
              <a:gd name="csY1" fmla="*/ 0 h 6858000"/>
              <a:gd name="csX2" fmla="*/ 6386732 w 6386732"/>
              <a:gd name="csY2" fmla="*/ 6858000 h 6858000"/>
              <a:gd name="csX3" fmla="*/ 0 w 6386732"/>
              <a:gd name="csY3" fmla="*/ 6858000 h 6858000"/>
            </a:gdLst>
            <a:ahLst/>
            <a:cxnLst>
              <a:cxn ang="0">
                <a:pos x="csX0" y="csY0"/>
              </a:cxn>
              <a:cxn ang="0">
                <a:pos x="csX1" y="csY1"/>
              </a:cxn>
              <a:cxn ang="0">
                <a:pos x="csX2" y="csY2"/>
              </a:cxn>
              <a:cxn ang="0">
                <a:pos x="csX3" y="csY3"/>
              </a:cxn>
            </a:cxnLst>
            <a:rect l="l" t="t" r="r" b="b"/>
            <a:pathLst>
              <a:path w="6386732" h="6858000">
                <a:moveTo>
                  <a:pt x="0" y="0"/>
                </a:moveTo>
                <a:lnTo>
                  <a:pt x="6386732" y="0"/>
                </a:lnTo>
                <a:lnTo>
                  <a:pt x="6386732"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6934200" y="457200"/>
            <a:ext cx="4800600" cy="2540756"/>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F63FFE14-963B-F240-A047-D4733954729E}" type="datetime1">
              <a:rPr lang="en-US" smtClean="0"/>
              <a:t>1/16/2026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934200" y="3455158"/>
            <a:ext cx="4800600"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7953381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A6842E55-F2D0-924E-CEFB-721E6B52AAD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8718468" cy="2540756"/>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AEC70E42-D83C-0945-8790-6453F9081E20}" type="datetime1">
              <a:rPr lang="en-US" smtClean="0"/>
              <a:t>1/16/2026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8718468" cy="2945641"/>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5245476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with Picture ">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FEFDED5-938A-286B-8D7B-122F48C83FF3}"/>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custGeom>
            <a:avLst/>
            <a:gdLst>
              <a:gd name="csX0" fmla="*/ 0 w 12192000"/>
              <a:gd name="csY0" fmla="*/ 0 h 6858000"/>
              <a:gd name="csX1" fmla="*/ 12192000 w 12192000"/>
              <a:gd name="csY1" fmla="*/ 0 h 6858000"/>
              <a:gd name="csX2" fmla="*/ 12192000 w 12192000"/>
              <a:gd name="csY2" fmla="*/ 457200 h 6858000"/>
              <a:gd name="csX3" fmla="*/ 5715000 w 12192000"/>
              <a:gd name="csY3" fmla="*/ 457200 h 6858000"/>
              <a:gd name="csX4" fmla="*/ 5715000 w 12192000"/>
              <a:gd name="csY4" fmla="*/ 6400800 h 6858000"/>
              <a:gd name="csX5" fmla="*/ 12192000 w 12192000"/>
              <a:gd name="csY5" fmla="*/ 6400800 h 6858000"/>
              <a:gd name="csX6" fmla="*/ 12192000 w 12192000"/>
              <a:gd name="csY6" fmla="*/ 6858000 h 6858000"/>
              <a:gd name="csX7" fmla="*/ 0 w 12192000"/>
              <a:gd name="csY7" fmla="*/ 6858000 h 6858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92000" h="6858000">
                <a:moveTo>
                  <a:pt x="0" y="0"/>
                </a:moveTo>
                <a:lnTo>
                  <a:pt x="12192000" y="0"/>
                </a:lnTo>
                <a:lnTo>
                  <a:pt x="12192000" y="457200"/>
                </a:lnTo>
                <a:lnTo>
                  <a:pt x="5715000" y="457200"/>
                </a:lnTo>
                <a:lnTo>
                  <a:pt x="5715000" y="6400800"/>
                </a:lnTo>
                <a:lnTo>
                  <a:pt x="12192000" y="6400800"/>
                </a:lnTo>
                <a:lnTo>
                  <a:pt x="12192000" y="6858000"/>
                </a:lnTo>
                <a:lnTo>
                  <a:pt x="0" y="6858000"/>
                </a:lnTo>
                <a:close/>
              </a:path>
            </a:pathLst>
          </a:custGeom>
        </p:spPr>
      </p:pic>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0" y="457200"/>
            <a:ext cx="4800600" cy="2540758"/>
          </a:xfrm>
          <a:prstGeom prst="rect">
            <a:avLst/>
          </a:prstGeom>
        </p:spPr>
        <p:txBody>
          <a:bodyPr anchor="t">
            <a:normAutofit/>
          </a:bodyPr>
          <a:lstStyle>
            <a:lvl1pPr>
              <a:defRPr sz="60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p>
            <a:fld id="{BC14B53C-24D5-7E4A-A014-94F398D5C635}" type="datetime1">
              <a:rPr lang="en-US" smtClean="0"/>
              <a:t>1/16/2026</a:t>
            </a:fld>
            <a:endParaRPr lang="en-US"/>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57200" y="3455158"/>
            <a:ext cx="4800601" cy="2945642"/>
          </a:xfrm>
        </p:spPr>
        <p:txBody>
          <a:bodyPr>
            <a:normAutofit/>
          </a:bodyPr>
          <a:lstStyle>
            <a:lvl1pPr marL="457200" indent="-457200">
              <a:spcBef>
                <a:spcPts val="0"/>
              </a:spcBef>
              <a:buFont typeface="+mj-lt"/>
              <a:buAutoNum type="arabicPeriod"/>
              <a:defRPr sz="2000">
                <a:solidFill>
                  <a:schemeClr val="tx1"/>
                </a:solidFill>
              </a:defRPr>
            </a:lvl1pPr>
            <a:lvl2pPr marL="685800" indent="-457200">
              <a:spcBef>
                <a:spcPts val="0"/>
              </a:spcBef>
              <a:buFont typeface="+mj-lt"/>
              <a:buAutoNum type="arabicPeriod"/>
              <a:defRPr sz="2000">
                <a:solidFill>
                  <a:schemeClr val="tx1"/>
                </a:solidFill>
              </a:defRPr>
            </a:lvl2pPr>
            <a:lvl3pPr marL="800100" indent="-342900">
              <a:spcBef>
                <a:spcPts val="0"/>
              </a:spcBef>
              <a:buFont typeface="+mj-lt"/>
              <a:buAutoNum type="arabicPeriod"/>
              <a:defRPr sz="2000">
                <a:solidFill>
                  <a:schemeClr val="tx1"/>
                </a:solidFill>
              </a:defRPr>
            </a:lvl3pPr>
            <a:lvl4pPr marL="1028700" indent="-342900">
              <a:spcBef>
                <a:spcPts val="0"/>
              </a:spcBef>
              <a:buFont typeface="+mj-lt"/>
              <a:buAutoNum type="arabicPeriod"/>
              <a:defRPr sz="2000">
                <a:solidFill>
                  <a:schemeClr val="tx1"/>
                </a:solidFill>
              </a:defRPr>
            </a:lvl4pPr>
            <a:lvl5pPr marL="1257300" indent="-342900">
              <a:spcBef>
                <a:spcPts val="0"/>
              </a:spcBef>
              <a:buFont typeface="+mj-lt"/>
              <a:buAutoNum type="arabicPeriod"/>
              <a:defRPr sz="20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CF711452-E8CD-4198-878F-62016D1DDAAE}"/>
              </a:ext>
            </a:extLst>
          </p:cNvPr>
          <p:cNvSpPr>
            <a:spLocks noGrp="1"/>
          </p:cNvSpPr>
          <p:nvPr>
            <p:ph type="pic" sz="quarter" idx="14" hasCustomPrompt="1"/>
          </p:nvPr>
        </p:nvSpPr>
        <p:spPr>
          <a:xfrm>
            <a:off x="5715000" y="457200"/>
            <a:ext cx="6480048" cy="5943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a:defRPr/>
            </a:lvl1pPr>
          </a:lstStyle>
          <a:p>
            <a:r>
              <a:rPr lang="en-US"/>
              <a:t>   </a:t>
            </a: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40891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2">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E04AEF0-FD49-9901-2650-A660E32BBD05}"/>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H="1" flipV="1">
            <a:off x="5649" y="3174"/>
            <a:ext cx="12186352" cy="6854823"/>
          </a:xfrm>
          <a:prstGeom prst="rect">
            <a:avLst/>
          </a:prstGeom>
        </p:spPr>
      </p:pic>
      <p:sp>
        <p:nvSpPr>
          <p:cNvPr id="9" name="Title 8">
            <a:extLst>
              <a:ext uri="{FF2B5EF4-FFF2-40B4-BE49-F238E27FC236}">
                <a16:creationId xmlns:a16="http://schemas.microsoft.com/office/drawing/2014/main" id="{1559CC2E-67E0-CD45-1923-3D29474D2A5B}"/>
              </a:ext>
            </a:extLst>
          </p:cNvPr>
          <p:cNvSpPr>
            <a:spLocks noGrp="1"/>
          </p:cNvSpPr>
          <p:nvPr>
            <p:ph type="title"/>
          </p:nvPr>
        </p:nvSpPr>
        <p:spPr>
          <a:xfrm>
            <a:off x="6934200" y="510298"/>
            <a:ext cx="4800600" cy="3381766"/>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4123D06D-70B8-D14B-A67C-9271374366C3}"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1" name="Content Placeholder 11">
            <a:extLst>
              <a:ext uri="{FF2B5EF4-FFF2-40B4-BE49-F238E27FC236}">
                <a16:creationId xmlns:a16="http://schemas.microsoft.com/office/drawing/2014/main" id="{7EBA0937-B41B-914E-2AAC-46E2E3534AD2}"/>
              </a:ext>
            </a:extLst>
          </p:cNvPr>
          <p:cNvSpPr>
            <a:spLocks noGrp="1"/>
          </p:cNvSpPr>
          <p:nvPr>
            <p:ph sz="quarter" idx="15"/>
          </p:nvPr>
        </p:nvSpPr>
        <p:spPr>
          <a:xfrm>
            <a:off x="6934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3754065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3">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46C589F9-B5E9-4B33-8105-9AC2FFA5989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8" name="Title 7">
            <a:extLst>
              <a:ext uri="{FF2B5EF4-FFF2-40B4-BE49-F238E27FC236}">
                <a16:creationId xmlns:a16="http://schemas.microsoft.com/office/drawing/2014/main" id="{CB78262B-02D6-47C9-67D0-07D0F3357461}"/>
              </a:ext>
            </a:extLst>
          </p:cNvPr>
          <p:cNvSpPr>
            <a:spLocks noGrp="1"/>
          </p:cNvSpPr>
          <p:nvPr>
            <p:ph type="title"/>
          </p:nvPr>
        </p:nvSpPr>
        <p:spPr>
          <a:xfrm>
            <a:off x="457200" y="908537"/>
            <a:ext cx="4800600" cy="2983527"/>
          </a:xfr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75AE1D74-C13D-F14A-9B9E-EB7933559C88}"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12" name="Content Placeholder 11">
            <a:extLst>
              <a:ext uri="{FF2B5EF4-FFF2-40B4-BE49-F238E27FC236}">
                <a16:creationId xmlns:a16="http://schemas.microsoft.com/office/drawing/2014/main" id="{2DBB5A5D-0276-D53B-63DA-FE8A52528AC6}"/>
              </a:ext>
            </a:extLst>
          </p:cNvPr>
          <p:cNvSpPr>
            <a:spLocks noGrp="1"/>
          </p:cNvSpPr>
          <p:nvPr>
            <p:ph sz="quarter" idx="15"/>
          </p:nvPr>
        </p:nvSpPr>
        <p:spPr>
          <a:xfrm>
            <a:off x="457200" y="4343400"/>
            <a:ext cx="4800600" cy="2057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5250192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84CEF6-557E-9804-CC9A-89809A5FF7CC}"/>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600200"/>
            <a:ext cx="3657600" cy="3657600"/>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4FB7707-CCB1-0246-9925-E5DB223369A7}"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9" name="Content Placeholder 7">
            <a:extLst>
              <a:ext uri="{FF2B5EF4-FFF2-40B4-BE49-F238E27FC236}">
                <a16:creationId xmlns:a16="http://schemas.microsoft.com/office/drawing/2014/main" id="{847EA967-03AF-58FD-4A3C-C4F2DD0449F3}"/>
              </a:ext>
            </a:extLst>
          </p:cNvPr>
          <p:cNvSpPr>
            <a:spLocks noGrp="1"/>
          </p:cNvSpPr>
          <p:nvPr>
            <p:ph sz="quarter" idx="14"/>
          </p:nvPr>
        </p:nvSpPr>
        <p:spPr>
          <a:xfrm>
            <a:off x="5105400" y="1600200"/>
            <a:ext cx="5565663" cy="3657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2690764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5">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0BAAE26-8B0A-A488-121D-8BF5642E9046}"/>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AE76B46A-8201-CC4A-8088-50255B4B9D0D}"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5105400" y="1386993"/>
            <a:ext cx="6629400" cy="4083579"/>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481966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6">
    <p:spTree>
      <p:nvGrpSpPr>
        <p:cNvPr id="1" name=""/>
        <p:cNvGrpSpPr/>
        <p:nvPr/>
      </p:nvGrpSpPr>
      <p:grpSpPr>
        <a:xfrm>
          <a:off x="0" y="0"/>
          <a:ext cx="0" cy="0"/>
          <a:chOff x="0" y="0"/>
          <a:chExt cx="0" cy="0"/>
        </a:xfrm>
      </p:grpSpPr>
      <p:sp>
        <p:nvSpPr>
          <p:cNvPr id="10" name="Title 1">
            <a:extLst>
              <a:ext uri="{FF2B5EF4-FFF2-40B4-BE49-F238E27FC236}">
                <a16:creationId xmlns:a16="http://schemas.microsoft.com/office/drawing/2014/main" id="{0960BFB7-1A46-3D6C-10AE-175CE77B8EBC}"/>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0F2D9860-67F8-974D-8794-2C5A1B3DA504}"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5105400" y="1050111"/>
            <a:ext cx="6629400" cy="4940661"/>
          </a:xfrm>
        </p:spPr>
        <p:txBody>
          <a:bodyPr anchor="ct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9153512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Content 7">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DB91743-0D30-2350-EB44-06EFA20D93F8}"/>
              </a:ext>
            </a:extLst>
          </p:cNvPr>
          <p:cNvSpPr>
            <a:spLocks noGrp="1"/>
          </p:cNvSpPr>
          <p:nvPr>
            <p:ph type="title"/>
          </p:nvPr>
        </p:nvSpPr>
        <p:spPr>
          <a:xfrm>
            <a:off x="457200" y="1386993"/>
            <a:ext cx="3657600" cy="4083579"/>
          </a:xfrm>
          <a:prstGeom prst="rect">
            <a:avLst/>
          </a:prstGeom>
        </p:spPr>
        <p:txBody>
          <a:bodyPr anchor="ctr">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a:xfrm>
            <a:off x="76200" y="76200"/>
            <a:ext cx="1447800" cy="381000"/>
          </a:xfrm>
        </p:spPr>
        <p:txBody>
          <a:bodyPr/>
          <a:lstStyle/>
          <a:p>
            <a:fld id="{8351A969-2D26-4F49-AF79-EF4D76632F71}"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3" name="Content Placeholder 7">
            <a:extLst>
              <a:ext uri="{FF2B5EF4-FFF2-40B4-BE49-F238E27FC236}">
                <a16:creationId xmlns:a16="http://schemas.microsoft.com/office/drawing/2014/main" id="{02E3AAFD-6A60-1D0B-28FF-0B5CB92D6A3C}"/>
              </a:ext>
            </a:extLst>
          </p:cNvPr>
          <p:cNvSpPr>
            <a:spLocks noGrp="1"/>
          </p:cNvSpPr>
          <p:nvPr>
            <p:ph sz="quarter" idx="14"/>
          </p:nvPr>
        </p:nvSpPr>
        <p:spPr>
          <a:xfrm>
            <a:off x="5105400" y="457200"/>
            <a:ext cx="6629400" cy="5943600"/>
          </a:xfrm>
        </p:spPr>
        <p:txBody>
          <a:bodyPr anchor="ctr"/>
          <a:lstStyle>
            <a:lvl1pPr>
              <a:lnSpc>
                <a:spcPct val="100000"/>
              </a:lnSpc>
              <a:spcBef>
                <a:spcPts val="0"/>
              </a:spcBef>
              <a:spcAft>
                <a:spcPts val="600"/>
              </a:spcAft>
              <a:defRPr b="0"/>
            </a:lvl1pPr>
            <a:lvl2pPr>
              <a:lnSpc>
                <a:spcPct val="100000"/>
              </a:lnSpc>
              <a:spcBef>
                <a:spcPts val="0"/>
              </a:spcBef>
              <a:spcAft>
                <a:spcPts val="600"/>
              </a:spcAft>
              <a:defRPr/>
            </a:lvl2pPr>
            <a:lvl3pPr>
              <a:lnSpc>
                <a:spcPct val="100000"/>
              </a:lnSpc>
              <a:spcBef>
                <a:spcPts val="0"/>
              </a:spcBef>
              <a:spcAft>
                <a:spcPts val="600"/>
              </a:spcAft>
              <a:defRPr/>
            </a:lvl3pPr>
            <a:lvl4pPr>
              <a:lnSpc>
                <a:spcPct val="100000"/>
              </a:lnSpc>
              <a:spcBef>
                <a:spcPts val="0"/>
              </a:spcBef>
              <a:spcAft>
                <a:spcPts val="600"/>
              </a:spcAft>
              <a:defRPr/>
            </a:lvl4pPr>
            <a:lvl5pPr>
              <a:lnSpc>
                <a:spcPct val="100000"/>
              </a:lnSpc>
              <a:spcBef>
                <a:spcPts val="0"/>
              </a:spcBef>
              <a:spcAft>
                <a:spcPts val="600"/>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13265497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with Picture">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1D313C0D-237C-145D-6D99-0704931ED3D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3827047 w 12186352"/>
              <a:gd name="csY3" fmla="*/ 454026 h 6854823"/>
              <a:gd name="csX4" fmla="*/ 3827047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3827047" y="454026"/>
                </a:lnTo>
                <a:lnTo>
                  <a:pt x="3827047"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92102" y="457200"/>
            <a:ext cx="2887123" cy="2514601"/>
          </a:xfrm>
          <a:prstGeom prst="rect">
            <a:avLst/>
          </a:prstGeom>
        </p:spPr>
        <p:txBody>
          <a:bodyPr anchor="b"/>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0" cy="380999"/>
          </a:xfrm>
        </p:spPr>
        <p:txBody>
          <a:bodyPr/>
          <a:lstStyle>
            <a:lvl1pPr>
              <a:defRPr>
                <a:solidFill>
                  <a:schemeClr val="tx1"/>
                </a:solidFill>
                <a:effectLst/>
              </a:defRPr>
            </a:lvl1pPr>
          </a:lstStyle>
          <a:p>
            <a:fld id="{383FCCD6-08E9-5F43-B78A-D6D06FA7D888}"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0999"/>
          </a:xfrm>
        </p:spPr>
        <p:txBody>
          <a:bodyPr/>
          <a:lstStyle/>
          <a:p>
            <a:r>
              <a:rPr lang="en-US"/>
              <a:t>Sample Footer Text</a:t>
            </a:r>
          </a:p>
        </p:txBody>
      </p:sp>
      <p:sp>
        <p:nvSpPr>
          <p:cNvPr id="11" name="Content Placeholder 7">
            <a:extLst>
              <a:ext uri="{FF2B5EF4-FFF2-40B4-BE49-F238E27FC236}">
                <a16:creationId xmlns:a16="http://schemas.microsoft.com/office/drawing/2014/main" id="{983E9A5C-C933-60D2-BA0B-5D63E2467D6A}"/>
              </a:ext>
            </a:extLst>
          </p:cNvPr>
          <p:cNvSpPr>
            <a:spLocks noGrp="1"/>
          </p:cNvSpPr>
          <p:nvPr>
            <p:ph sz="quarter" idx="15"/>
          </p:nvPr>
        </p:nvSpPr>
        <p:spPr>
          <a:xfrm>
            <a:off x="492102" y="3429000"/>
            <a:ext cx="2887123" cy="2971799"/>
          </a:xfrm>
        </p:spPr>
        <p:txBody>
          <a:bodyPr vert="horz" lIns="91440" tIns="45720" rIns="91440" bIns="45720" rtlCol="0">
            <a:normAutofit/>
          </a:bodyPr>
          <a:lstStyle>
            <a:lvl1pPr marL="0" indent="0">
              <a:buNone/>
              <a:defRPr lang="en-US"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Picture Placeholder 9">
            <a:extLst>
              <a:ext uri="{FF2B5EF4-FFF2-40B4-BE49-F238E27FC236}">
                <a16:creationId xmlns:a16="http://schemas.microsoft.com/office/drawing/2014/main" id="{74DB69AA-A231-8C00-D853-CD5E094B0681}"/>
              </a:ext>
            </a:extLst>
          </p:cNvPr>
          <p:cNvSpPr>
            <a:spLocks noGrp="1"/>
          </p:cNvSpPr>
          <p:nvPr>
            <p:ph type="pic" sz="quarter" idx="13" hasCustomPrompt="1"/>
          </p:nvPr>
        </p:nvSpPr>
        <p:spPr>
          <a:xfrm>
            <a:off x="3832696" y="457200"/>
            <a:ext cx="8359305" cy="5943600"/>
          </a:xfrm>
          <a:custGeom>
            <a:avLst/>
            <a:gdLst>
              <a:gd name="connsiteX0" fmla="*/ 0 w 8326323"/>
              <a:gd name="connsiteY0" fmla="*/ 0 h 6858000"/>
              <a:gd name="connsiteX1" fmla="*/ 8326323 w 8326323"/>
              <a:gd name="connsiteY1" fmla="*/ 0 h 6858000"/>
              <a:gd name="connsiteX2" fmla="*/ 8326323 w 8326323"/>
              <a:gd name="connsiteY2" fmla="*/ 6858000 h 6858000"/>
              <a:gd name="connsiteX3" fmla="*/ 0 w 8326323"/>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8326323" h="6858000">
                <a:moveTo>
                  <a:pt x="0" y="0"/>
                </a:moveTo>
                <a:lnTo>
                  <a:pt x="8326323" y="0"/>
                </a:lnTo>
                <a:lnTo>
                  <a:pt x="8326323" y="6858000"/>
                </a:lnTo>
                <a:lnTo>
                  <a:pt x="0" y="6858000"/>
                </a:lnTo>
                <a:close/>
              </a:path>
            </a:pathLst>
          </a:custGeo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wrap="square">
            <a:noAutofit/>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799"/>
            <a:ext cx="1295400" cy="381001"/>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67581583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Content with Picture 2">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97314FBE-6941-996E-732C-BE9042D03FA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4568825 h 6854823"/>
              <a:gd name="csX2" fmla="*/ 11729151 w 12186352"/>
              <a:gd name="csY2" fmla="*/ 4568825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4568825"/>
                </a:lnTo>
                <a:lnTo>
                  <a:pt x="11729151" y="4568825"/>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5029201"/>
            <a:ext cx="3810000" cy="13716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7D5752D2-CCDE-DA48-AA88-B770548F7575}"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4D0830D9-CC27-C2C3-C727-D0E6E595B28C}"/>
              </a:ext>
            </a:extLst>
          </p:cNvPr>
          <p:cNvSpPr>
            <a:spLocks noGrp="1"/>
          </p:cNvSpPr>
          <p:nvPr>
            <p:ph type="pic" sz="quarter" idx="13" hasCustomPrompt="1"/>
          </p:nvPr>
        </p:nvSpPr>
        <p:spPr>
          <a:xfrm>
            <a:off x="457200" y="457200"/>
            <a:ext cx="11277600" cy="4114799"/>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718751" y="5029200"/>
            <a:ext cx="7016048" cy="1371600"/>
          </a:xfrm>
        </p:spPr>
        <p:txBody>
          <a:bodyPr vert="horz" lIns="91440" tIns="45720" rIns="91440" bIns="45720" rtlCol="0">
            <a:normAutofit/>
          </a:bodyPr>
          <a:lstStyle>
            <a:lvl1pPr marL="0" indent="0">
              <a:lnSpc>
                <a:spcPct val="100000"/>
              </a:lnSpc>
              <a:spcBef>
                <a:spcPts val="0"/>
              </a:spcBef>
              <a:buNone/>
              <a:defRPr lang="en-US" dirty="0"/>
            </a:lvl1pPr>
            <a:lvl2pPr marL="228600" indent="0">
              <a:lnSpc>
                <a:spcPct val="100000"/>
              </a:lnSpc>
              <a:spcBef>
                <a:spcPts val="0"/>
              </a:spcBef>
              <a:buNone/>
              <a:defRPr lang="en-US" dirty="0"/>
            </a:lvl2pPr>
            <a:lvl3pPr marL="457200" indent="0">
              <a:lnSpc>
                <a:spcPct val="100000"/>
              </a:lnSpc>
              <a:spcBef>
                <a:spcPts val="0"/>
              </a:spcBef>
              <a:buNone/>
              <a:defRPr lang="en-US" dirty="0"/>
            </a:lvl3pPr>
            <a:lvl4pPr marL="685800" indent="0">
              <a:lnSpc>
                <a:spcPct val="100000"/>
              </a:lnSpc>
              <a:spcBef>
                <a:spcPts val="0"/>
              </a:spcBef>
              <a:buNone/>
              <a:defRPr lang="en-US" dirty="0"/>
            </a:lvl4pPr>
            <a:lvl5pPr marL="914400" indent="0">
              <a:lnSpc>
                <a:spcPct val="100000"/>
              </a:lnSpc>
              <a:spcBef>
                <a:spcPts val="0"/>
              </a:spcBef>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9409074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Content with Picture 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83CB3BA5-C3CC-30C6-920A-AFE4D14AF261}"/>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8" y="3177"/>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3 h 6854823"/>
              <a:gd name="csX5" fmla="*/ 4761059 w 12186352"/>
              <a:gd name="csY5" fmla="*/ 6397623 h 6854823"/>
              <a:gd name="csX6" fmla="*/ 4761059 w 12186352"/>
              <a:gd name="csY6" fmla="*/ 454023 h 6854823"/>
              <a:gd name="csX7" fmla="*/ 12186352 w 12186352"/>
              <a:gd name="csY7" fmla="*/ 4540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3"/>
                </a:lnTo>
                <a:lnTo>
                  <a:pt x="4761059" y="6397623"/>
                </a:lnTo>
                <a:lnTo>
                  <a:pt x="4761059" y="454023"/>
                </a:lnTo>
                <a:lnTo>
                  <a:pt x="12186352" y="454023"/>
                </a:lnTo>
                <a:close/>
              </a:path>
            </a:pathLst>
          </a:custGeom>
        </p:spPr>
      </p:pic>
      <p:sp>
        <p:nvSpPr>
          <p:cNvPr id="3" name="Title 1">
            <a:extLst>
              <a:ext uri="{FF2B5EF4-FFF2-40B4-BE49-F238E27FC236}">
                <a16:creationId xmlns:a16="http://schemas.microsoft.com/office/drawing/2014/main" id="{1B804614-19A7-C141-7231-844689471208}"/>
              </a:ext>
            </a:extLst>
          </p:cNvPr>
          <p:cNvSpPr>
            <a:spLocks noGrp="1"/>
          </p:cNvSpPr>
          <p:nvPr>
            <p:ph type="title"/>
          </p:nvPr>
        </p:nvSpPr>
        <p:spPr>
          <a:xfrm>
            <a:off x="7890964" y="457200"/>
            <a:ext cx="3843837" cy="1710063"/>
          </a:xfrm>
          <a:prstGeom prst="rect">
            <a:avLst/>
          </a:prstGeom>
        </p:spPr>
        <p:txBody>
          <a:bodyPr anchor="b">
            <a:normAutofit/>
          </a:bodyPr>
          <a:lstStyle>
            <a:lvl1pPr>
              <a:defRPr sz="3600"/>
            </a:lvl1pPr>
          </a:lstStyle>
          <a:p>
            <a:r>
              <a:rPr lang="en-US"/>
              <a:t>Click to edit Master title style</a:t>
            </a:r>
          </a:p>
        </p:txBody>
      </p:sp>
      <p:sp>
        <p:nvSpPr>
          <p:cNvPr id="7" name="Date Placeholder 3">
            <a:extLst>
              <a:ext uri="{FF2B5EF4-FFF2-40B4-BE49-F238E27FC236}">
                <a16:creationId xmlns:a16="http://schemas.microsoft.com/office/drawing/2014/main" id="{30915B74-DE73-85C6-5754-84F12F96E928}"/>
              </a:ext>
            </a:extLst>
          </p:cNvPr>
          <p:cNvSpPr>
            <a:spLocks noGrp="1"/>
          </p:cNvSpPr>
          <p:nvPr>
            <p:ph type="dt" sz="half" idx="15"/>
          </p:nvPr>
        </p:nvSpPr>
        <p:spPr>
          <a:xfrm>
            <a:off x="76200" y="76200"/>
            <a:ext cx="1295401" cy="381000"/>
          </a:xfrm>
        </p:spPr>
        <p:txBody>
          <a:bodyPr/>
          <a:lstStyle/>
          <a:p>
            <a:fld id="{2E2458BC-FE32-0A45-9DD7-ED7D64447D19}" type="datetime1">
              <a:rPr lang="en-US" smtClean="0"/>
              <a:t>1/16/2026</a:t>
            </a:fld>
            <a:endParaRPr lang="en-US"/>
          </a:p>
        </p:txBody>
      </p:sp>
      <p:sp>
        <p:nvSpPr>
          <p:cNvPr id="6" name="Footer Placeholder 8">
            <a:extLst>
              <a:ext uri="{FF2B5EF4-FFF2-40B4-BE49-F238E27FC236}">
                <a16:creationId xmlns:a16="http://schemas.microsoft.com/office/drawing/2014/main" id="{AF0EABC9-86BA-DDCF-A091-AB6C3E9C93F9}"/>
              </a:ext>
            </a:extLst>
          </p:cNvPr>
          <p:cNvSpPr>
            <a:spLocks noGrp="1"/>
          </p:cNvSpPr>
          <p:nvPr>
            <p:ph type="ftr" sz="quarter" idx="16"/>
          </p:nvPr>
        </p:nvSpPr>
        <p:spPr>
          <a:xfrm>
            <a:off x="6096000" y="76200"/>
            <a:ext cx="6019800" cy="384048"/>
          </a:xfrm>
        </p:spPr>
        <p:txBody>
          <a:bodyPr/>
          <a:lstStyle/>
          <a:p>
            <a:r>
              <a:rPr lang="en-US"/>
              <a:t>Sample Footer Text</a:t>
            </a:r>
          </a:p>
        </p:txBody>
      </p:sp>
      <p:sp>
        <p:nvSpPr>
          <p:cNvPr id="4" name="Picture Placeholder 10">
            <a:extLst>
              <a:ext uri="{FF2B5EF4-FFF2-40B4-BE49-F238E27FC236}">
                <a16:creationId xmlns:a16="http://schemas.microsoft.com/office/drawing/2014/main" id="{B4F324D2-4F52-DFB7-CF7C-C3182974B46A}"/>
              </a:ext>
            </a:extLst>
          </p:cNvPr>
          <p:cNvSpPr>
            <a:spLocks noGrp="1"/>
          </p:cNvSpPr>
          <p:nvPr>
            <p:ph type="pic" sz="quarter" idx="13" hasCustomPrompt="1"/>
          </p:nvPr>
        </p:nvSpPr>
        <p:spPr>
          <a:xfrm>
            <a:off x="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C8445A35-FB03-D828-D87E-A268F3E1E0A3}"/>
              </a:ext>
            </a:extLst>
          </p:cNvPr>
          <p:cNvSpPr>
            <a:spLocks noGrp="1"/>
          </p:cNvSpPr>
          <p:nvPr>
            <p:ph sz="quarter" idx="14"/>
          </p:nvPr>
        </p:nvSpPr>
        <p:spPr>
          <a:xfrm>
            <a:off x="7890964" y="2624462"/>
            <a:ext cx="3843837" cy="3776337"/>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Slide Number Placeholder 9">
            <a:extLst>
              <a:ext uri="{FF2B5EF4-FFF2-40B4-BE49-F238E27FC236}">
                <a16:creationId xmlns:a16="http://schemas.microsoft.com/office/drawing/2014/main" id="{C5C69391-C5F6-E4C0-A8D2-D378757ACC43}"/>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9660822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Content with Picture 4">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78C312-FD23-D608-5B72-5DB43989560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6 h 6854823"/>
              <a:gd name="csX3" fmla="*/ 4755412 w 12186352"/>
              <a:gd name="csY3" fmla="*/ 454026 h 6854823"/>
              <a:gd name="csX4" fmla="*/ 4755412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6"/>
                </a:lnTo>
                <a:lnTo>
                  <a:pt x="4755412" y="454026"/>
                </a:lnTo>
                <a:lnTo>
                  <a:pt x="4755412" y="6397626"/>
                </a:lnTo>
                <a:lnTo>
                  <a:pt x="12186352" y="6397626"/>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813714" cy="1710064"/>
          </a:xfrm>
          <a:prstGeom prst="rect">
            <a:avLst/>
          </a:prstGeom>
        </p:spPr>
        <p:txBody>
          <a:bodyPr anchor="b">
            <a:normAutofit/>
          </a:bodyPr>
          <a:lstStyle>
            <a:lvl1pPr>
              <a:defRPr sz="3600"/>
            </a:lvl1pPr>
          </a:lstStyle>
          <a:p>
            <a:r>
              <a:rPr lang="en-US"/>
              <a:t>Click to edit Master title style</a:t>
            </a:r>
          </a:p>
        </p:txBody>
      </p:sp>
      <p:sp>
        <p:nvSpPr>
          <p:cNvPr id="4" name="Date Placeholder 3">
            <a:extLst>
              <a:ext uri="{FF2B5EF4-FFF2-40B4-BE49-F238E27FC236}">
                <a16:creationId xmlns:a16="http://schemas.microsoft.com/office/drawing/2014/main" id="{15305F20-8340-4F06-2EA5-4D05FFED4587}"/>
              </a:ext>
            </a:extLst>
          </p:cNvPr>
          <p:cNvSpPr>
            <a:spLocks noGrp="1"/>
          </p:cNvSpPr>
          <p:nvPr>
            <p:ph type="dt" sz="half" idx="15"/>
          </p:nvPr>
        </p:nvSpPr>
        <p:spPr>
          <a:xfrm>
            <a:off x="76200" y="76201"/>
            <a:ext cx="1295400" cy="381000"/>
          </a:xfrm>
        </p:spPr>
        <p:txBody>
          <a:bodyPr/>
          <a:lstStyle/>
          <a:p>
            <a:fld id="{1233975F-0E53-0840-98CD-E03B319E6BC3}" type="datetime1">
              <a:rPr lang="en-US" smtClean="0"/>
              <a:t>1/16/2026</a:t>
            </a:fld>
            <a:endParaRPr lang="en-US"/>
          </a:p>
        </p:txBody>
      </p:sp>
      <p:sp>
        <p:nvSpPr>
          <p:cNvPr id="9" name="Footer Placeholder 8">
            <a:extLst>
              <a:ext uri="{FF2B5EF4-FFF2-40B4-BE49-F238E27FC236}">
                <a16:creationId xmlns:a16="http://schemas.microsoft.com/office/drawing/2014/main" id="{B09198F5-FF38-389C-E060-120AC6301809}"/>
              </a:ext>
            </a:extLst>
          </p:cNvPr>
          <p:cNvSpPr>
            <a:spLocks noGrp="1"/>
          </p:cNvSpPr>
          <p:nvPr>
            <p:ph type="ftr" sz="quarter" idx="16"/>
          </p:nvPr>
        </p:nvSpPr>
        <p:spPr>
          <a:xfrm>
            <a:off x="6096000" y="76201"/>
            <a:ext cx="6019799" cy="381000"/>
          </a:xfrm>
        </p:spPr>
        <p:txBody>
          <a:bodyPr/>
          <a:lstStyle/>
          <a:p>
            <a:r>
              <a:rPr lang="en-US"/>
              <a:t>Sample Footer Text</a:t>
            </a:r>
          </a:p>
        </p:txBody>
      </p:sp>
      <p:sp>
        <p:nvSpPr>
          <p:cNvPr id="6" name="Content Placeholder 7">
            <a:extLst>
              <a:ext uri="{FF2B5EF4-FFF2-40B4-BE49-F238E27FC236}">
                <a16:creationId xmlns:a16="http://schemas.microsoft.com/office/drawing/2014/main" id="{C04AEB09-C22F-E34F-DEF8-A875003EEE36}"/>
              </a:ext>
            </a:extLst>
          </p:cNvPr>
          <p:cNvSpPr>
            <a:spLocks noGrp="1"/>
          </p:cNvSpPr>
          <p:nvPr>
            <p:ph sz="quarter" idx="18"/>
          </p:nvPr>
        </p:nvSpPr>
        <p:spPr>
          <a:xfrm>
            <a:off x="457201" y="2621290"/>
            <a:ext cx="3813714" cy="377951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0">
            <a:extLst>
              <a:ext uri="{FF2B5EF4-FFF2-40B4-BE49-F238E27FC236}">
                <a16:creationId xmlns:a16="http://schemas.microsoft.com/office/drawing/2014/main" id="{B255439D-9DD5-19F0-DFF1-101A9899DFC7}"/>
              </a:ext>
            </a:extLst>
          </p:cNvPr>
          <p:cNvSpPr>
            <a:spLocks noGrp="1"/>
          </p:cNvSpPr>
          <p:nvPr>
            <p:ph type="pic" sz="quarter" idx="13" hasCustomPrompt="1"/>
          </p:nvPr>
        </p:nvSpPr>
        <p:spPr>
          <a:xfrm>
            <a:off x="4761061" y="457200"/>
            <a:ext cx="7430940" cy="59436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4963CA08-6B63-DC1E-8CB3-C323C9040122}"/>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407370759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with Picture 5">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5DD87899-462F-D06B-5D64-3ED065B39543}"/>
              </a:ext>
            </a:extLst>
          </p:cNvPr>
          <p:cNvSpPr>
            <a:spLocks noGrp="1"/>
          </p:cNvSpPr>
          <p:nvPr>
            <p:ph type="title"/>
          </p:nvPr>
        </p:nvSpPr>
        <p:spPr>
          <a:xfrm>
            <a:off x="6999060" y="457200"/>
            <a:ext cx="4735740" cy="1306009"/>
          </a:xfrm>
          <a:prstGeom prst="rect">
            <a:avLst/>
          </a:prstGeom>
        </p:spPr>
        <p:txBody>
          <a:bodyPr anchor="b"/>
          <a:lstStyle/>
          <a:p>
            <a:r>
              <a:rPr lang="en-US"/>
              <a:t>Click to edit Master title style</a:t>
            </a:r>
          </a:p>
        </p:txBody>
      </p:sp>
      <p:sp>
        <p:nvSpPr>
          <p:cNvPr id="4" name="Date Placeholder 4">
            <a:extLst>
              <a:ext uri="{FF2B5EF4-FFF2-40B4-BE49-F238E27FC236}">
                <a16:creationId xmlns:a16="http://schemas.microsoft.com/office/drawing/2014/main" id="{634F943B-FBB0-AD70-5392-FF1249A8D95F}"/>
              </a:ext>
            </a:extLst>
          </p:cNvPr>
          <p:cNvSpPr>
            <a:spLocks noGrp="1"/>
          </p:cNvSpPr>
          <p:nvPr>
            <p:ph type="dt" sz="half" idx="10"/>
          </p:nvPr>
        </p:nvSpPr>
        <p:spPr>
          <a:xfrm>
            <a:off x="76201" y="76201"/>
            <a:ext cx="1295400" cy="380999"/>
          </a:xfrm>
        </p:spPr>
        <p:txBody>
          <a:bodyPr/>
          <a:lstStyle/>
          <a:p>
            <a:fld id="{D0CA20AB-D25D-704E-83C3-6B013E02E645}" type="datetime1">
              <a:rPr lang="en-US" smtClean="0"/>
              <a:t>1/16/2026</a:t>
            </a:fld>
            <a:endParaRPr lang="en-US"/>
          </a:p>
        </p:txBody>
      </p:sp>
      <p:sp>
        <p:nvSpPr>
          <p:cNvPr id="9" name="Footer Placeholder 5">
            <a:extLst>
              <a:ext uri="{FF2B5EF4-FFF2-40B4-BE49-F238E27FC236}">
                <a16:creationId xmlns:a16="http://schemas.microsoft.com/office/drawing/2014/main" id="{53A7B337-CA3D-E1B0-7039-CA1FCFDEEFF1}"/>
              </a:ext>
            </a:extLst>
          </p:cNvPr>
          <p:cNvSpPr>
            <a:spLocks noGrp="1"/>
          </p:cNvSpPr>
          <p:nvPr>
            <p:ph type="ftr" sz="quarter" idx="11"/>
          </p:nvPr>
        </p:nvSpPr>
        <p:spPr>
          <a:xfrm>
            <a:off x="6096000" y="76201"/>
            <a:ext cx="6019799" cy="380999"/>
          </a:xfrm>
        </p:spPr>
        <p:txBody>
          <a:bodyPr/>
          <a:lstStyle>
            <a:lvl1pPr>
              <a:defRPr>
                <a:solidFill>
                  <a:schemeClr val="tx1"/>
                </a:solidFill>
                <a:effectLst/>
              </a:defRPr>
            </a:lvl1pPr>
          </a:lstStyle>
          <a:p>
            <a:r>
              <a:rPr lang="en-US"/>
              <a:t>Sample Footer Text</a:t>
            </a:r>
          </a:p>
        </p:txBody>
      </p:sp>
      <p:sp>
        <p:nvSpPr>
          <p:cNvPr id="6" name="Picture Placeholder 10">
            <a:extLst>
              <a:ext uri="{FF2B5EF4-FFF2-40B4-BE49-F238E27FC236}">
                <a16:creationId xmlns:a16="http://schemas.microsoft.com/office/drawing/2014/main" id="{805F337F-4512-E680-8F5A-95C181282643}"/>
              </a:ext>
            </a:extLst>
          </p:cNvPr>
          <p:cNvSpPr>
            <a:spLocks noGrp="1"/>
          </p:cNvSpPr>
          <p:nvPr>
            <p:ph type="pic" sz="quarter" idx="13" hasCustomPrompt="1"/>
          </p:nvPr>
        </p:nvSpPr>
        <p:spPr>
          <a:xfrm>
            <a:off x="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3" name="Content Placeholder 7">
            <a:extLst>
              <a:ext uri="{FF2B5EF4-FFF2-40B4-BE49-F238E27FC236}">
                <a16:creationId xmlns:a16="http://schemas.microsoft.com/office/drawing/2014/main" id="{C68F33D8-4565-CA0E-DF2E-27FBE006F917}"/>
              </a:ext>
            </a:extLst>
          </p:cNvPr>
          <p:cNvSpPr>
            <a:spLocks noGrp="1"/>
          </p:cNvSpPr>
          <p:nvPr>
            <p:ph sz="quarter" idx="14"/>
          </p:nvPr>
        </p:nvSpPr>
        <p:spPr>
          <a:xfrm>
            <a:off x="6999060"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6">
            <a:extLst>
              <a:ext uri="{FF2B5EF4-FFF2-40B4-BE49-F238E27FC236}">
                <a16:creationId xmlns:a16="http://schemas.microsoft.com/office/drawing/2014/main" id="{A52E7D2F-742D-CB2D-2766-5AF678F3B879}"/>
              </a:ext>
            </a:extLst>
          </p:cNvPr>
          <p:cNvSpPr>
            <a:spLocks noGrp="1"/>
          </p:cNvSpPr>
          <p:nvPr>
            <p:ph type="sldNum" sz="quarter" idx="12"/>
          </p:nvPr>
        </p:nvSpPr>
        <p:spPr>
          <a:xfrm>
            <a:off x="10820399" y="6400800"/>
            <a:ext cx="1295399" cy="381000"/>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4069786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ontent with Picture 6">
    <p:spTree>
      <p:nvGrpSpPr>
        <p:cNvPr id="1" name=""/>
        <p:cNvGrpSpPr/>
        <p:nvPr/>
      </p:nvGrpSpPr>
      <p:grpSpPr>
        <a:xfrm>
          <a:off x="0" y="0"/>
          <a:ext cx="0" cy="0"/>
          <a:chOff x="0" y="0"/>
          <a:chExt cx="0" cy="0"/>
        </a:xfrm>
      </p:grpSpPr>
      <p:sp>
        <p:nvSpPr>
          <p:cNvPr id="18" name="Title 1">
            <a:extLst>
              <a:ext uri="{FF2B5EF4-FFF2-40B4-BE49-F238E27FC236}">
                <a16:creationId xmlns:a16="http://schemas.microsoft.com/office/drawing/2014/main" id="{E2693257-E100-0525-B4C7-8CA75053567B}"/>
              </a:ext>
            </a:extLst>
          </p:cNvPr>
          <p:cNvSpPr>
            <a:spLocks noGrp="1"/>
          </p:cNvSpPr>
          <p:nvPr>
            <p:ph type="title"/>
          </p:nvPr>
        </p:nvSpPr>
        <p:spPr>
          <a:xfrm>
            <a:off x="445860" y="457200"/>
            <a:ext cx="4796699" cy="1306009"/>
          </a:xfrm>
          <a:prstGeom prst="rect">
            <a:avLst/>
          </a:prstGeom>
        </p:spPr>
        <p:txBody>
          <a:bodyPr anchor="b"/>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0" y="76201"/>
            <a:ext cx="1295401" cy="380999"/>
          </a:xfrm>
        </p:spPr>
        <p:txBody>
          <a:bodyPr/>
          <a:lstStyle/>
          <a:p>
            <a:fld id="{B31F77D0-31D8-5446-A1F3-FE6147C324EC}"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2"/>
            <a:ext cx="6019800" cy="380998"/>
          </a:xfrm>
        </p:spPr>
        <p:txBody>
          <a:bodyPr/>
          <a:lstStyle>
            <a:lvl1pPr>
              <a:defRPr>
                <a:solidFill>
                  <a:schemeClr val="tx1"/>
                </a:solidFill>
                <a:effectLst/>
              </a:defRPr>
            </a:lvl1pPr>
          </a:lstStyle>
          <a:p>
            <a:r>
              <a:rPr lang="en-US"/>
              <a:t>Sample Footer Text</a:t>
            </a:r>
          </a:p>
        </p:txBody>
      </p:sp>
      <p:sp>
        <p:nvSpPr>
          <p:cNvPr id="4" name="Content Placeholder 7">
            <a:extLst>
              <a:ext uri="{FF2B5EF4-FFF2-40B4-BE49-F238E27FC236}">
                <a16:creationId xmlns:a16="http://schemas.microsoft.com/office/drawing/2014/main" id="{EAC9A1BA-A83A-E476-1A91-3DB0B544DF34}"/>
              </a:ext>
            </a:extLst>
          </p:cNvPr>
          <p:cNvSpPr>
            <a:spLocks noGrp="1"/>
          </p:cNvSpPr>
          <p:nvPr>
            <p:ph sz="quarter" idx="14"/>
          </p:nvPr>
        </p:nvSpPr>
        <p:spPr>
          <a:xfrm>
            <a:off x="484835" y="2209800"/>
            <a:ext cx="4735740" cy="4191000"/>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A90998F5-C9FB-EC52-B802-B62AA63E4263}"/>
              </a:ext>
            </a:extLst>
          </p:cNvPr>
          <p:cNvSpPr>
            <a:spLocks noGrp="1"/>
          </p:cNvSpPr>
          <p:nvPr>
            <p:ph type="pic" sz="quarter" idx="13" hasCustomPrompt="1"/>
          </p:nvPr>
        </p:nvSpPr>
        <p:spPr>
          <a:xfrm>
            <a:off x="5699761" y="457200"/>
            <a:ext cx="6492240" cy="5943600"/>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400" cy="381000"/>
          </a:xfrm>
        </p:spPr>
        <p:txBody>
          <a:bodyPr/>
          <a:lstStyle>
            <a:lvl1pPr>
              <a:defRPr>
                <a:solidFill>
                  <a:schemeClr val="tx1"/>
                </a:solidFill>
                <a:effectLst/>
              </a:defRPr>
            </a:lvl1pPr>
          </a:lstStyle>
          <a:p>
            <a:fld id="{AEAA3239-9EA4-4A65-A281-97F994456D9F}" type="slidenum">
              <a:rPr lang="en-US" smtClean="0"/>
              <a:t>‹#›</a:t>
            </a:fld>
            <a:endParaRPr lang="en-US"/>
          </a:p>
        </p:txBody>
      </p:sp>
    </p:spTree>
    <p:extLst>
      <p:ext uri="{BB962C8B-B14F-4D97-AF65-F5344CB8AC3E}">
        <p14:creationId xmlns:p14="http://schemas.microsoft.com/office/powerpoint/2010/main" val="3960601380"/>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ontent with Picture 7">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83E46F2B-72CE-C947-0021-F34244B43444}"/>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454026 h 6854823"/>
              <a:gd name="csX1" fmla="*/ 451551 w 12186352"/>
              <a:gd name="csY1" fmla="*/ 3654426 h 6854823"/>
              <a:gd name="csX2" fmla="*/ 11729151 w 12186352"/>
              <a:gd name="csY2" fmla="*/ 3654426 h 6854823"/>
              <a:gd name="csX3" fmla="*/ 11729151 w 12186352"/>
              <a:gd name="csY3" fmla="*/ 454026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454026"/>
                </a:moveTo>
                <a:lnTo>
                  <a:pt x="451551" y="3654426"/>
                </a:lnTo>
                <a:lnTo>
                  <a:pt x="11729151" y="3654426"/>
                </a:lnTo>
                <a:lnTo>
                  <a:pt x="11729151" y="454026"/>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199" y="4111624"/>
            <a:ext cx="3219343" cy="2289175"/>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2005CF00-6C05-B849-B141-54CC9A394B3C}"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5CCD5774-AB2C-F489-2BCD-75A5731FA857}"/>
              </a:ext>
            </a:extLst>
          </p:cNvPr>
          <p:cNvSpPr>
            <a:spLocks noGrp="1"/>
          </p:cNvSpPr>
          <p:nvPr>
            <p:ph type="pic" sz="quarter" idx="13" hasCustomPrompt="1"/>
          </p:nvPr>
        </p:nvSpPr>
        <p:spPr>
          <a:xfrm>
            <a:off x="457200" y="457200"/>
            <a:ext cx="11277600" cy="3200400"/>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128092" y="4111624"/>
            <a:ext cx="7606708" cy="228917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88283268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Content with Picture 8">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E64D3EA0-3FE9-3CAB-830E-268B27509F72}"/>
              </a:ext>
            </a:extLst>
          </p:cNvPr>
          <p:cNvPicPr/>
          <p:nvPr userDrawn="1"/>
        </p:nvPicPr>
        <p:blipFill>
          <a:blip r:embed="rId2">
            <a:extLst>
              <a:ext uri="{28A0092B-C50C-407E-A947-70E740481C1C}">
                <a14:useLocalDpi xmlns:a14="http://schemas.microsoft.com/office/drawing/2010/main" val="0"/>
              </a:ext>
            </a:extLst>
          </a:blip>
          <a:srcRect/>
          <a:stretch/>
        </p:blipFill>
        <p:spPr>
          <a:xfrm flipV="1">
            <a:off x="5649" y="3174"/>
            <a:ext cx="12186352" cy="6854823"/>
          </a:xfrm>
          <a:custGeom>
            <a:avLst/>
            <a:gdLst>
              <a:gd name="csX0" fmla="*/ 451551 w 12186352"/>
              <a:gd name="csY0" fmla="*/ 3638875 h 6854823"/>
              <a:gd name="csX1" fmla="*/ 451551 w 12186352"/>
              <a:gd name="csY1" fmla="*/ 438477 h 6854823"/>
              <a:gd name="csX2" fmla="*/ 11729151 w 12186352"/>
              <a:gd name="csY2" fmla="*/ 438477 h 6854823"/>
              <a:gd name="csX3" fmla="*/ 11729151 w 12186352"/>
              <a:gd name="csY3" fmla="*/ 3638875 h 6854823"/>
              <a:gd name="csX4" fmla="*/ 0 w 12186352"/>
              <a:gd name="csY4" fmla="*/ 6854823 h 6854823"/>
              <a:gd name="csX5" fmla="*/ 12186352 w 12186352"/>
              <a:gd name="csY5" fmla="*/ 6854823 h 6854823"/>
              <a:gd name="csX6" fmla="*/ 12186352 w 12186352"/>
              <a:gd name="csY6" fmla="*/ 0 h 6854823"/>
              <a:gd name="csX7" fmla="*/ 0 w 12186352"/>
              <a:gd name="csY7" fmla="*/ 0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3638875"/>
                </a:moveTo>
                <a:lnTo>
                  <a:pt x="451551" y="438477"/>
                </a:lnTo>
                <a:lnTo>
                  <a:pt x="11729151" y="438477"/>
                </a:lnTo>
                <a:lnTo>
                  <a:pt x="11729151" y="3638875"/>
                </a:lnTo>
                <a:close/>
                <a:moveTo>
                  <a:pt x="0" y="6854823"/>
                </a:moveTo>
                <a:lnTo>
                  <a:pt x="12186352" y="6854823"/>
                </a:lnTo>
                <a:lnTo>
                  <a:pt x="12186352" y="0"/>
                </a:lnTo>
                <a:lnTo>
                  <a:pt x="0" y="0"/>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0"/>
            <a:ext cx="3200400" cy="2307896"/>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76201" y="76201"/>
            <a:ext cx="1295400" cy="381000"/>
          </a:xfrm>
        </p:spPr>
        <p:txBody>
          <a:bodyPr/>
          <a:lstStyle/>
          <a:p>
            <a:fld id="{66499679-3EA0-9342-AF62-C5FAA18B6EFA}"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6096000" y="76201"/>
            <a:ext cx="6019800" cy="381000"/>
          </a:xfrm>
        </p:spPr>
        <p:txBody>
          <a:bodyPr/>
          <a:lstStyle/>
          <a:p>
            <a:r>
              <a:rPr lang="en-US"/>
              <a:t>Sample Footer Text</a:t>
            </a:r>
          </a:p>
        </p:txBody>
      </p:sp>
      <p:sp>
        <p:nvSpPr>
          <p:cNvPr id="11" name="Content Placeholder 7">
            <a:extLst>
              <a:ext uri="{FF2B5EF4-FFF2-40B4-BE49-F238E27FC236}">
                <a16:creationId xmlns:a16="http://schemas.microsoft.com/office/drawing/2014/main" id="{FAF7E276-884D-AF00-1E18-715F56A8A905}"/>
              </a:ext>
            </a:extLst>
          </p:cNvPr>
          <p:cNvSpPr>
            <a:spLocks noGrp="1"/>
          </p:cNvSpPr>
          <p:nvPr>
            <p:ph sz="quarter" idx="15"/>
          </p:nvPr>
        </p:nvSpPr>
        <p:spPr>
          <a:xfrm>
            <a:off x="4122370" y="457200"/>
            <a:ext cx="7612430" cy="2307896"/>
          </a:xfrm>
        </p:spPr>
        <p:txBody>
          <a:bodyPr vert="horz" lIns="91440" tIns="45720" rIns="91440" bIns="45720" rtlCol="0">
            <a:normAutofit/>
          </a:bodyPr>
          <a:lstStyle>
            <a:lvl1pPr marL="0" indent="0">
              <a:buNone/>
              <a:defRPr lang="en-US" b="0" dirty="0"/>
            </a:lvl1pPr>
            <a:lvl2pPr marL="228600" indent="0">
              <a:buNone/>
              <a:defRPr lang="en-US" dirty="0"/>
            </a:lvl2pPr>
            <a:lvl3pPr marL="457200" indent="0">
              <a:buNone/>
              <a:defRPr lang="en-US" dirty="0"/>
            </a:lvl3pPr>
            <a:lvl4pPr marL="685800" indent="0">
              <a:buNone/>
              <a:defRPr lang="en-US" dirty="0"/>
            </a:lvl4pPr>
            <a:lvl5pPr marL="9144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B1DE11C5-B5A8-F8F8-2A43-C0C95802637E}"/>
              </a:ext>
            </a:extLst>
          </p:cNvPr>
          <p:cNvSpPr>
            <a:spLocks noGrp="1"/>
          </p:cNvSpPr>
          <p:nvPr>
            <p:ph type="pic" sz="quarter" idx="13" hasCustomPrompt="1"/>
          </p:nvPr>
        </p:nvSpPr>
        <p:spPr>
          <a:xfrm>
            <a:off x="457200" y="3219122"/>
            <a:ext cx="11277600" cy="3200398"/>
          </a:xfrm>
          <a:blipFill>
            <a:blip r:embed="rId3"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53626205"/>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Content with Picture 9">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C268A4B-F698-5EDC-1790-BA10F89CD8F3}"/>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12186352 w 12186352"/>
              <a:gd name="csY0" fmla="*/ 0 h 6854823"/>
              <a:gd name="csX1" fmla="*/ 0 w 12186352"/>
              <a:gd name="csY1" fmla="*/ 0 h 6854823"/>
              <a:gd name="csX2" fmla="*/ 0 w 12186352"/>
              <a:gd name="csY2" fmla="*/ 6854823 h 6854823"/>
              <a:gd name="csX3" fmla="*/ 12186352 w 12186352"/>
              <a:gd name="csY3" fmla="*/ 6854823 h 6854823"/>
              <a:gd name="csX4" fmla="*/ 12186352 w 12186352"/>
              <a:gd name="csY4" fmla="*/ 6397626 h 6854823"/>
              <a:gd name="csX5" fmla="*/ 7467253 w 12186352"/>
              <a:gd name="csY5" fmla="*/ 6397626 h 6854823"/>
              <a:gd name="csX6" fmla="*/ 7467253 w 12186352"/>
              <a:gd name="csY6" fmla="*/ 454025 h 6854823"/>
              <a:gd name="csX7" fmla="*/ 12186352 w 12186352"/>
              <a:gd name="csY7" fmla="*/ 454025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12186352" y="0"/>
                </a:moveTo>
                <a:lnTo>
                  <a:pt x="0" y="0"/>
                </a:lnTo>
                <a:lnTo>
                  <a:pt x="0" y="6854823"/>
                </a:lnTo>
                <a:lnTo>
                  <a:pt x="12186352" y="6854823"/>
                </a:lnTo>
                <a:lnTo>
                  <a:pt x="12186352" y="6397626"/>
                </a:lnTo>
                <a:lnTo>
                  <a:pt x="7467253" y="6397626"/>
                </a:lnTo>
                <a:lnTo>
                  <a:pt x="7467253" y="454025"/>
                </a:lnTo>
                <a:lnTo>
                  <a:pt x="12186352" y="454025"/>
                </a:lnTo>
                <a:close/>
              </a:path>
            </a:pathLst>
          </a:custGeom>
        </p:spPr>
      </p:pic>
      <p:sp>
        <p:nvSpPr>
          <p:cNvPr id="12" name="Title 1">
            <a:extLst>
              <a:ext uri="{FF2B5EF4-FFF2-40B4-BE49-F238E27FC236}">
                <a16:creationId xmlns:a16="http://schemas.microsoft.com/office/drawing/2014/main" id="{93B9DEC9-1D26-F04D-4F91-7BE751BC626C}"/>
              </a:ext>
            </a:extLst>
          </p:cNvPr>
          <p:cNvSpPr>
            <a:spLocks noGrp="1"/>
          </p:cNvSpPr>
          <p:nvPr>
            <p:ph type="title"/>
          </p:nvPr>
        </p:nvSpPr>
        <p:spPr>
          <a:xfrm>
            <a:off x="5181949" y="457199"/>
            <a:ext cx="6552851" cy="1555845"/>
          </a:xfrm>
          <a:prstGeom prst="rect">
            <a:avLst/>
          </a:prstGeom>
        </p:spPr>
        <p:txBody>
          <a:bodyPr anchor="b"/>
          <a:lstStyle/>
          <a:p>
            <a:r>
              <a:rPr lang="en-US"/>
              <a:t>Click to edit Master title style</a:t>
            </a:r>
          </a:p>
        </p:txBody>
      </p:sp>
      <p:sp>
        <p:nvSpPr>
          <p:cNvPr id="7" name="Date Placeholder 8">
            <a:extLst>
              <a:ext uri="{FF2B5EF4-FFF2-40B4-BE49-F238E27FC236}">
                <a16:creationId xmlns:a16="http://schemas.microsoft.com/office/drawing/2014/main" id="{1E168D7B-B77A-72AC-AA72-64FBAA8D378C}"/>
              </a:ext>
            </a:extLst>
          </p:cNvPr>
          <p:cNvSpPr>
            <a:spLocks noGrp="1"/>
          </p:cNvSpPr>
          <p:nvPr>
            <p:ph type="dt" sz="half" idx="15"/>
          </p:nvPr>
        </p:nvSpPr>
        <p:spPr>
          <a:xfrm>
            <a:off x="76200" y="76201"/>
            <a:ext cx="1295400" cy="380998"/>
          </a:xfrm>
        </p:spPr>
        <p:txBody>
          <a:bodyPr/>
          <a:lstStyle/>
          <a:p>
            <a:fld id="{3C97155C-DE68-4440-8202-CC9478E27F07}" type="datetime1">
              <a:rPr lang="en-US" smtClean="0"/>
              <a:t>1/16/2026</a:t>
            </a:fld>
            <a:endParaRPr lang="en-US"/>
          </a:p>
        </p:txBody>
      </p:sp>
      <p:sp>
        <p:nvSpPr>
          <p:cNvPr id="6" name="Footer Placeholder 9">
            <a:extLst>
              <a:ext uri="{FF2B5EF4-FFF2-40B4-BE49-F238E27FC236}">
                <a16:creationId xmlns:a16="http://schemas.microsoft.com/office/drawing/2014/main" id="{4014B883-B832-AE53-6858-8E25B13C5BC7}"/>
              </a:ext>
            </a:extLst>
          </p:cNvPr>
          <p:cNvSpPr>
            <a:spLocks noGrp="1"/>
          </p:cNvSpPr>
          <p:nvPr>
            <p:ph type="ftr" sz="quarter" idx="16"/>
          </p:nvPr>
        </p:nvSpPr>
        <p:spPr>
          <a:xfrm>
            <a:off x="6096000" y="76201"/>
            <a:ext cx="6019800" cy="380998"/>
          </a:xfrm>
        </p:spPr>
        <p:txBody>
          <a:bodyPr/>
          <a:lstStyle/>
          <a:p>
            <a:r>
              <a:rPr lang="en-US"/>
              <a:t>Sample Footer Text</a:t>
            </a:r>
          </a:p>
        </p:txBody>
      </p:sp>
      <p:sp>
        <p:nvSpPr>
          <p:cNvPr id="4" name="Picture Placeholder 13">
            <a:extLst>
              <a:ext uri="{FF2B5EF4-FFF2-40B4-BE49-F238E27FC236}">
                <a16:creationId xmlns:a16="http://schemas.microsoft.com/office/drawing/2014/main" id="{CC1B439C-57E0-A299-9A98-A81BFA738C83}"/>
              </a:ext>
            </a:extLst>
          </p:cNvPr>
          <p:cNvSpPr>
            <a:spLocks noGrp="1"/>
          </p:cNvSpPr>
          <p:nvPr>
            <p:ph type="pic" sz="quarter" idx="13" hasCustomPrompt="1"/>
          </p:nvPr>
        </p:nvSpPr>
        <p:spPr>
          <a:xfrm>
            <a:off x="0"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5" name="Content Placeholder 7">
            <a:extLst>
              <a:ext uri="{FF2B5EF4-FFF2-40B4-BE49-F238E27FC236}">
                <a16:creationId xmlns:a16="http://schemas.microsoft.com/office/drawing/2014/main" id="{7D22B98A-40DC-D510-5762-8D7E05344EF8}"/>
              </a:ext>
            </a:extLst>
          </p:cNvPr>
          <p:cNvSpPr>
            <a:spLocks noGrp="1"/>
          </p:cNvSpPr>
          <p:nvPr>
            <p:ph sz="quarter" idx="14"/>
          </p:nvPr>
        </p:nvSpPr>
        <p:spPr>
          <a:xfrm>
            <a:off x="5181949"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Slide Number Placeholder 11">
            <a:extLst>
              <a:ext uri="{FF2B5EF4-FFF2-40B4-BE49-F238E27FC236}">
                <a16:creationId xmlns:a16="http://schemas.microsoft.com/office/drawing/2014/main" id="{7CA11211-0281-DD36-148E-3ABC6374978F}"/>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9279723"/>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Content with Picture 10">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D4C1286-F0A1-DDC1-4A24-85A9D3462CB1}"/>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454025 h 6854823"/>
              <a:gd name="csX3" fmla="*/ 7461604 w 12186352"/>
              <a:gd name="csY3" fmla="*/ 454025 h 6854823"/>
              <a:gd name="csX4" fmla="*/ 7461604 w 12186352"/>
              <a:gd name="csY4" fmla="*/ 6397626 h 6854823"/>
              <a:gd name="csX5" fmla="*/ 12186352 w 12186352"/>
              <a:gd name="csY5" fmla="*/ 6397626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454025"/>
                </a:lnTo>
                <a:lnTo>
                  <a:pt x="7461604" y="454025"/>
                </a:lnTo>
                <a:lnTo>
                  <a:pt x="7461604" y="6397626"/>
                </a:lnTo>
                <a:lnTo>
                  <a:pt x="12186352" y="6397626"/>
                </a:lnTo>
                <a:lnTo>
                  <a:pt x="12186352" y="6854823"/>
                </a:lnTo>
                <a:lnTo>
                  <a:pt x="0" y="6854823"/>
                </a:lnTo>
                <a:close/>
              </a:path>
            </a:pathLst>
          </a:custGeom>
        </p:spPr>
      </p:pic>
      <p:sp>
        <p:nvSpPr>
          <p:cNvPr id="3" name="Title 1">
            <a:extLst>
              <a:ext uri="{FF2B5EF4-FFF2-40B4-BE49-F238E27FC236}">
                <a16:creationId xmlns:a16="http://schemas.microsoft.com/office/drawing/2014/main" id="{D7F3BC77-0C60-6C24-E5FE-6B80D4812824}"/>
              </a:ext>
            </a:extLst>
          </p:cNvPr>
          <p:cNvSpPr>
            <a:spLocks noGrp="1"/>
          </p:cNvSpPr>
          <p:nvPr>
            <p:ph type="title"/>
          </p:nvPr>
        </p:nvSpPr>
        <p:spPr>
          <a:xfrm>
            <a:off x="457200" y="457200"/>
            <a:ext cx="6549553" cy="1549495"/>
          </a:xfrm>
          <a:prstGeom prst="rect">
            <a:avLst/>
          </a:prstGeom>
        </p:spPr>
        <p:txBody>
          <a:bodyPr anchor="b"/>
          <a:lstStyle/>
          <a:p>
            <a:r>
              <a:rPr lang="en-US"/>
              <a:t>Click to edit Master title style</a:t>
            </a:r>
          </a:p>
        </p:txBody>
      </p:sp>
      <p:sp>
        <p:nvSpPr>
          <p:cNvPr id="9" name="Date Placeholder 8">
            <a:extLst>
              <a:ext uri="{FF2B5EF4-FFF2-40B4-BE49-F238E27FC236}">
                <a16:creationId xmlns:a16="http://schemas.microsoft.com/office/drawing/2014/main" id="{81177663-FC76-DF36-EEB7-5BE4C6C82F3A}"/>
              </a:ext>
            </a:extLst>
          </p:cNvPr>
          <p:cNvSpPr>
            <a:spLocks noGrp="1"/>
          </p:cNvSpPr>
          <p:nvPr>
            <p:ph type="dt" sz="half" idx="15"/>
          </p:nvPr>
        </p:nvSpPr>
        <p:spPr>
          <a:xfrm>
            <a:off x="76200" y="76201"/>
            <a:ext cx="1295400" cy="380999"/>
          </a:xfrm>
        </p:spPr>
        <p:txBody>
          <a:bodyPr/>
          <a:lstStyle/>
          <a:p>
            <a:fld id="{2B9DA8F7-1BE7-954A-B654-92996DBA4E86}" type="datetime1">
              <a:rPr lang="en-US" smtClean="0"/>
              <a:t>1/16/2026</a:t>
            </a:fld>
            <a:endParaRPr lang="en-US"/>
          </a:p>
        </p:txBody>
      </p:sp>
      <p:sp>
        <p:nvSpPr>
          <p:cNvPr id="10" name="Footer Placeholder 9">
            <a:extLst>
              <a:ext uri="{FF2B5EF4-FFF2-40B4-BE49-F238E27FC236}">
                <a16:creationId xmlns:a16="http://schemas.microsoft.com/office/drawing/2014/main" id="{4515DEC4-C967-ABFB-73CF-0A90335332A4}"/>
              </a:ext>
            </a:extLst>
          </p:cNvPr>
          <p:cNvSpPr>
            <a:spLocks noGrp="1"/>
          </p:cNvSpPr>
          <p:nvPr>
            <p:ph type="ftr" sz="quarter" idx="16"/>
          </p:nvPr>
        </p:nvSpPr>
        <p:spPr>
          <a:xfrm>
            <a:off x="6096000" y="76201"/>
            <a:ext cx="6019800" cy="380998"/>
          </a:xfrm>
        </p:spPr>
        <p:txBody>
          <a:bodyPr/>
          <a:lstStyle/>
          <a:p>
            <a:r>
              <a:rPr lang="en-US"/>
              <a:t>Sample Footer Text</a:t>
            </a:r>
          </a:p>
        </p:txBody>
      </p:sp>
      <p:sp>
        <p:nvSpPr>
          <p:cNvPr id="15" name="Content Placeholder 7">
            <a:extLst>
              <a:ext uri="{FF2B5EF4-FFF2-40B4-BE49-F238E27FC236}">
                <a16:creationId xmlns:a16="http://schemas.microsoft.com/office/drawing/2014/main" id="{F0A2831D-F063-09A6-A707-24AC43E312D9}"/>
              </a:ext>
            </a:extLst>
          </p:cNvPr>
          <p:cNvSpPr>
            <a:spLocks noGrp="1"/>
          </p:cNvSpPr>
          <p:nvPr>
            <p:ph sz="quarter" idx="14"/>
          </p:nvPr>
        </p:nvSpPr>
        <p:spPr>
          <a:xfrm>
            <a:off x="453902" y="2470242"/>
            <a:ext cx="6552851" cy="3930558"/>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Picture Placeholder 13">
            <a:extLst>
              <a:ext uri="{FF2B5EF4-FFF2-40B4-BE49-F238E27FC236}">
                <a16:creationId xmlns:a16="http://schemas.microsoft.com/office/drawing/2014/main" id="{FEC7CBEB-1BF7-2607-DBAA-531A9067F8B1}"/>
              </a:ext>
            </a:extLst>
          </p:cNvPr>
          <p:cNvSpPr>
            <a:spLocks noGrp="1"/>
          </p:cNvSpPr>
          <p:nvPr>
            <p:ph type="pic" sz="quarter" idx="19" hasCustomPrompt="1"/>
          </p:nvPr>
        </p:nvSpPr>
        <p:spPr>
          <a:xfrm>
            <a:off x="7467253" y="457199"/>
            <a:ext cx="4724748" cy="5943601"/>
          </a:xfrm>
          <a:custGeom>
            <a:avLst/>
            <a:gdLst>
              <a:gd name="connsiteX0" fmla="*/ 0 w 4560454"/>
              <a:gd name="connsiteY0" fmla="*/ 0 h 6858000"/>
              <a:gd name="connsiteX1" fmla="*/ 4560454 w 4560454"/>
              <a:gd name="connsiteY1" fmla="*/ 0 h 6858000"/>
              <a:gd name="connsiteX2" fmla="*/ 4560454 w 4560454"/>
              <a:gd name="connsiteY2" fmla="*/ 6858000 h 6858000"/>
              <a:gd name="connsiteX3" fmla="*/ 0 w 45604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4560454" h="6858000">
                <a:moveTo>
                  <a:pt x="0" y="0"/>
                </a:moveTo>
                <a:lnTo>
                  <a:pt x="4560454" y="0"/>
                </a:lnTo>
                <a:lnTo>
                  <a:pt x="4560454" y="6858000"/>
                </a:lnTo>
                <a:lnTo>
                  <a:pt x="0" y="68580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wrap="square">
            <a:noAutofit/>
          </a:bodyPr>
          <a:lstStyle>
            <a:lvl1pPr marL="0" indent="0">
              <a:buNone/>
              <a:defRPr/>
            </a:lvl1pPr>
          </a:lstStyle>
          <a:p>
            <a:r>
              <a:rPr lang="en-US"/>
              <a:t>   </a:t>
            </a:r>
          </a:p>
        </p:txBody>
      </p:sp>
      <p:sp>
        <p:nvSpPr>
          <p:cNvPr id="12" name="Slide Number Placeholder 11">
            <a:extLst>
              <a:ext uri="{FF2B5EF4-FFF2-40B4-BE49-F238E27FC236}">
                <a16:creationId xmlns:a16="http://schemas.microsoft.com/office/drawing/2014/main" id="{A5A5085F-BE80-B110-AA1F-9DD0919E27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7768849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Content with Picture 11">
    <p:bg>
      <p:bgRef idx="1001">
        <a:schemeClr val="bg2"/>
      </p:bgRef>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C1A7354-C3D2-8AD8-40DE-4E850BDFCC68}"/>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6533074 w 12186352"/>
              <a:gd name="csY0" fmla="*/ 1858587 h 6854823"/>
              <a:gd name="csX1" fmla="*/ 6533074 w 12186352"/>
              <a:gd name="csY1" fmla="*/ 6397626 h 6854823"/>
              <a:gd name="csX2" fmla="*/ 3 w 12186352"/>
              <a:gd name="csY2" fmla="*/ 6397626 h 6854823"/>
              <a:gd name="csX3" fmla="*/ 3 w 12186352"/>
              <a:gd name="csY3" fmla="*/ 1858587 h 6854823"/>
              <a:gd name="csX4" fmla="*/ 12186352 w 12186352"/>
              <a:gd name="csY4" fmla="*/ 0 h 6854823"/>
              <a:gd name="csX5" fmla="*/ 0 w 12186352"/>
              <a:gd name="csY5" fmla="*/ 0 h 6854823"/>
              <a:gd name="csX6" fmla="*/ 0 w 12186352"/>
              <a:gd name="csY6" fmla="*/ 6854823 h 6854823"/>
              <a:gd name="csX7" fmla="*/ 12186352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6533074" y="1858587"/>
                </a:moveTo>
                <a:lnTo>
                  <a:pt x="6533074" y="6397626"/>
                </a:lnTo>
                <a:lnTo>
                  <a:pt x="3" y="6397626"/>
                </a:lnTo>
                <a:lnTo>
                  <a:pt x="3"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E2067BC-DC4F-D794-A7F8-65900B7934E0}"/>
              </a:ext>
            </a:extLst>
          </p:cNvPr>
          <p:cNvSpPr>
            <a:spLocks noGrp="1"/>
          </p:cNvSpPr>
          <p:nvPr>
            <p:ph type="title"/>
          </p:nvPr>
        </p:nvSpPr>
        <p:spPr>
          <a:xfrm>
            <a:off x="457200" y="490161"/>
            <a:ext cx="11277599" cy="914400"/>
          </a:xfrm>
          <a:prstGeom prst="rect">
            <a:avLst/>
          </a:prstGeom>
        </p:spPr>
        <p:txBody>
          <a:bodyPr anchor="b"/>
          <a:lstStyle/>
          <a:p>
            <a:r>
              <a:rPr lang="en-US"/>
              <a:t>Click to edit Master title style</a:t>
            </a:r>
          </a:p>
        </p:txBody>
      </p:sp>
      <p:sp>
        <p:nvSpPr>
          <p:cNvPr id="7" name="Date Placeholder 3">
            <a:extLst>
              <a:ext uri="{FF2B5EF4-FFF2-40B4-BE49-F238E27FC236}">
                <a16:creationId xmlns:a16="http://schemas.microsoft.com/office/drawing/2014/main" id="{61FAF02C-8E8E-0257-0307-15E6853700FC}"/>
              </a:ext>
            </a:extLst>
          </p:cNvPr>
          <p:cNvSpPr>
            <a:spLocks noGrp="1"/>
          </p:cNvSpPr>
          <p:nvPr>
            <p:ph type="dt" sz="half" idx="15"/>
          </p:nvPr>
        </p:nvSpPr>
        <p:spPr>
          <a:xfrm>
            <a:off x="76201" y="76201"/>
            <a:ext cx="1295400" cy="380999"/>
          </a:xfrm>
        </p:spPr>
        <p:txBody>
          <a:bodyPr/>
          <a:lstStyle/>
          <a:p>
            <a:fld id="{5447FF96-6068-D045-B983-6A2E1F44124F}" type="datetime1">
              <a:rPr lang="en-US" smtClean="0"/>
              <a:t>1/16/2026</a:t>
            </a:fld>
            <a:endParaRPr lang="en-US"/>
          </a:p>
        </p:txBody>
      </p:sp>
      <p:sp>
        <p:nvSpPr>
          <p:cNvPr id="6" name="Footer Placeholder 8">
            <a:extLst>
              <a:ext uri="{FF2B5EF4-FFF2-40B4-BE49-F238E27FC236}">
                <a16:creationId xmlns:a16="http://schemas.microsoft.com/office/drawing/2014/main" id="{12F6119E-6325-71C5-AFDB-160A100A21B2}"/>
              </a:ext>
            </a:extLst>
          </p:cNvPr>
          <p:cNvSpPr>
            <a:spLocks noGrp="1"/>
          </p:cNvSpPr>
          <p:nvPr>
            <p:ph type="ftr" sz="quarter" idx="16"/>
          </p:nvPr>
        </p:nvSpPr>
        <p:spPr>
          <a:xfrm>
            <a:off x="6096000" y="76201"/>
            <a:ext cx="6019800" cy="380999"/>
          </a:xfrm>
        </p:spPr>
        <p:txBody>
          <a:bodyPr/>
          <a:lstStyle/>
          <a:p>
            <a:r>
              <a:rPr lang="en-US"/>
              <a:t>Sample Footer Text</a:t>
            </a:r>
          </a:p>
        </p:txBody>
      </p:sp>
      <p:sp>
        <p:nvSpPr>
          <p:cNvPr id="5" name="Content Placeholder 7">
            <a:extLst>
              <a:ext uri="{FF2B5EF4-FFF2-40B4-BE49-F238E27FC236}">
                <a16:creationId xmlns:a16="http://schemas.microsoft.com/office/drawing/2014/main" id="{DAF060C4-6682-AB70-5937-47DB8276FDCD}"/>
              </a:ext>
            </a:extLst>
          </p:cNvPr>
          <p:cNvSpPr>
            <a:spLocks noGrp="1"/>
          </p:cNvSpPr>
          <p:nvPr>
            <p:ph sz="quarter" idx="14"/>
          </p:nvPr>
        </p:nvSpPr>
        <p:spPr>
          <a:xfrm>
            <a:off x="45720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1">
            <a:extLst>
              <a:ext uri="{FF2B5EF4-FFF2-40B4-BE49-F238E27FC236}">
                <a16:creationId xmlns:a16="http://schemas.microsoft.com/office/drawing/2014/main" id="{4E3FB443-D4CA-E6C5-2187-4A649A47F28A}"/>
              </a:ext>
            </a:extLst>
          </p:cNvPr>
          <p:cNvSpPr>
            <a:spLocks noGrp="1"/>
          </p:cNvSpPr>
          <p:nvPr>
            <p:ph type="pic" sz="quarter" idx="13" hasCustomPrompt="1"/>
          </p:nvPr>
        </p:nvSpPr>
        <p:spPr>
          <a:xfrm>
            <a:off x="5658927" y="1861761"/>
            <a:ext cx="6533071" cy="4539039"/>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1" name="Slide Number Placeholder 9">
            <a:extLst>
              <a:ext uri="{FF2B5EF4-FFF2-40B4-BE49-F238E27FC236}">
                <a16:creationId xmlns:a16="http://schemas.microsoft.com/office/drawing/2014/main" id="{339D0113-D166-6E44-FF30-39C61CD13791}"/>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97274271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Content with Picture 12">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FABB22AD-DA7B-73AE-1F66-31345119900C}"/>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315201 w 12186352"/>
              <a:gd name="csY0" fmla="*/ 1858587 h 6854823"/>
              <a:gd name="csX1" fmla="*/ 7315201 w 12186352"/>
              <a:gd name="csY1" fmla="*/ 6397626 h 6854823"/>
              <a:gd name="csX2" fmla="*/ 2 w 12186352"/>
              <a:gd name="csY2" fmla="*/ 6397626 h 6854823"/>
              <a:gd name="csX3" fmla="*/ 2 w 12186352"/>
              <a:gd name="csY3" fmla="*/ 1858587 h 6854823"/>
              <a:gd name="csX4" fmla="*/ 457201 w 12186352"/>
              <a:gd name="csY4" fmla="*/ 1858587 h 6854823"/>
              <a:gd name="csX5" fmla="*/ 6533074 w 12186352"/>
              <a:gd name="csY5" fmla="*/ 1858587 h 6854823"/>
              <a:gd name="csX6" fmla="*/ 12186352 w 12186352"/>
              <a:gd name="csY6" fmla="*/ 0 h 6854823"/>
              <a:gd name="csX7" fmla="*/ 0 w 12186352"/>
              <a:gd name="csY7" fmla="*/ 0 h 6854823"/>
              <a:gd name="csX8" fmla="*/ 0 w 12186352"/>
              <a:gd name="csY8" fmla="*/ 6854823 h 6854823"/>
              <a:gd name="csX9" fmla="*/ 12186352 w 12186352"/>
              <a:gd name="csY9"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12186352" h="6854823">
                <a:moveTo>
                  <a:pt x="7315201" y="1858587"/>
                </a:moveTo>
                <a:lnTo>
                  <a:pt x="7315201" y="6397626"/>
                </a:lnTo>
                <a:lnTo>
                  <a:pt x="2" y="6397626"/>
                </a:lnTo>
                <a:lnTo>
                  <a:pt x="2" y="1858587"/>
                </a:lnTo>
                <a:lnTo>
                  <a:pt x="457201" y="1858587"/>
                </a:lnTo>
                <a:lnTo>
                  <a:pt x="6533074" y="1858587"/>
                </a:lnTo>
                <a:close/>
                <a:moveTo>
                  <a:pt x="12186352" y="0"/>
                </a:moveTo>
                <a:lnTo>
                  <a:pt x="0" y="0"/>
                </a:lnTo>
                <a:lnTo>
                  <a:pt x="0" y="6854823"/>
                </a:lnTo>
                <a:lnTo>
                  <a:pt x="12186352" y="6854823"/>
                </a:lnTo>
                <a:close/>
              </a:path>
            </a:pathLst>
          </a:custGeom>
        </p:spPr>
      </p:pic>
      <p:sp>
        <p:nvSpPr>
          <p:cNvPr id="3" name="Title 1">
            <a:extLst>
              <a:ext uri="{FF2B5EF4-FFF2-40B4-BE49-F238E27FC236}">
                <a16:creationId xmlns:a16="http://schemas.microsoft.com/office/drawing/2014/main" id="{0FFB7B32-3B46-FEC3-8857-8E1A162E4308}"/>
              </a:ext>
            </a:extLst>
          </p:cNvPr>
          <p:cNvSpPr>
            <a:spLocks noGrp="1"/>
          </p:cNvSpPr>
          <p:nvPr>
            <p:ph type="title"/>
          </p:nvPr>
        </p:nvSpPr>
        <p:spPr>
          <a:xfrm>
            <a:off x="457200" y="497349"/>
            <a:ext cx="11277599" cy="914400"/>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C195F3F8-9E31-7F42-8188-F6043F071A39}" type="datetime1">
              <a:rPr lang="en-US" smtClean="0"/>
              <a:t>1/16/2026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5999" y="76201"/>
            <a:ext cx="6019800" cy="380999"/>
          </a:xfrm>
        </p:spPr>
        <p:txBody>
          <a:bodyPr/>
          <a:lstStyle/>
          <a:p>
            <a:r>
              <a:rPr lang="en-US"/>
              <a:t>Sample Footer Text</a:t>
            </a:r>
          </a:p>
        </p:txBody>
      </p:sp>
      <p:sp>
        <p:nvSpPr>
          <p:cNvPr id="8" name="Content Placeholder 7">
            <a:extLst>
              <a:ext uri="{FF2B5EF4-FFF2-40B4-BE49-F238E27FC236}">
                <a16:creationId xmlns:a16="http://schemas.microsoft.com/office/drawing/2014/main" id="{07755DB3-9272-8E5E-039F-AC14A2C07898}"/>
              </a:ext>
            </a:extLst>
          </p:cNvPr>
          <p:cNvSpPr>
            <a:spLocks noGrp="1"/>
          </p:cNvSpPr>
          <p:nvPr>
            <p:ph sz="quarter" idx="14"/>
          </p:nvPr>
        </p:nvSpPr>
        <p:spPr>
          <a:xfrm>
            <a:off x="457201" y="1861761"/>
            <a:ext cx="3886199"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5">
            <a:extLst>
              <a:ext uri="{FF2B5EF4-FFF2-40B4-BE49-F238E27FC236}">
                <a16:creationId xmlns:a16="http://schemas.microsoft.com/office/drawing/2014/main" id="{9BB8F855-8399-5C2F-8FFE-3445E6ACC133}"/>
              </a:ext>
            </a:extLst>
          </p:cNvPr>
          <p:cNvSpPr>
            <a:spLocks noGrp="1"/>
          </p:cNvSpPr>
          <p:nvPr>
            <p:ph type="pic" sz="quarter" idx="13" hasCustomPrompt="1"/>
          </p:nvPr>
        </p:nvSpPr>
        <p:spPr>
          <a:xfrm>
            <a:off x="4876800" y="1861761"/>
            <a:ext cx="7315199" cy="4539039"/>
          </a:xfrm>
          <a:custGeom>
            <a:avLst/>
            <a:gdLst>
              <a:gd name="connsiteX0" fmla="*/ 0 w 5560101"/>
              <a:gd name="connsiteY0" fmla="*/ 0 h 4074407"/>
              <a:gd name="connsiteX1" fmla="*/ 5560101 w 5560101"/>
              <a:gd name="connsiteY1" fmla="*/ 0 h 4074407"/>
              <a:gd name="connsiteX2" fmla="*/ 5560101 w 5560101"/>
              <a:gd name="connsiteY2" fmla="*/ 4074407 h 4074407"/>
              <a:gd name="connsiteX3" fmla="*/ 0 w 5560101"/>
              <a:gd name="connsiteY3" fmla="*/ 4074407 h 4074407"/>
            </a:gdLst>
            <a:ahLst/>
            <a:cxnLst>
              <a:cxn ang="0">
                <a:pos x="connsiteX0" y="connsiteY0"/>
              </a:cxn>
              <a:cxn ang="0">
                <a:pos x="connsiteX1" y="connsiteY1"/>
              </a:cxn>
              <a:cxn ang="0">
                <a:pos x="connsiteX2" y="connsiteY2"/>
              </a:cxn>
              <a:cxn ang="0">
                <a:pos x="connsiteX3" y="connsiteY3"/>
              </a:cxn>
            </a:cxnLst>
            <a:rect l="l" t="t" r="r" b="b"/>
            <a:pathLst>
              <a:path w="5560101" h="4074407">
                <a:moveTo>
                  <a:pt x="0" y="0"/>
                </a:moveTo>
                <a:lnTo>
                  <a:pt x="5560101" y="0"/>
                </a:lnTo>
                <a:lnTo>
                  <a:pt x="5560101" y="4074407"/>
                </a:lnTo>
                <a:lnTo>
                  <a:pt x="0" y="4074407"/>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3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0788642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nt with Picture 13">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E7870277-9BEA-773F-5ABC-0478C95CF73B}"/>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0 w 12186352"/>
              <a:gd name="csY0" fmla="*/ 0 h 6854823"/>
              <a:gd name="csX1" fmla="*/ 12186352 w 12186352"/>
              <a:gd name="csY1" fmla="*/ 0 h 6854823"/>
              <a:gd name="csX2" fmla="*/ 12186352 w 12186352"/>
              <a:gd name="csY2" fmla="*/ 6854823 h 6854823"/>
              <a:gd name="csX3" fmla="*/ 0 w 12186352"/>
              <a:gd name="csY3" fmla="*/ 6854823 h 6854823"/>
              <a:gd name="csX4" fmla="*/ 0 w 12186352"/>
              <a:gd name="csY4" fmla="*/ 6377154 h 6854823"/>
              <a:gd name="csX5" fmla="*/ 6527422 w 12186352"/>
              <a:gd name="csY5" fmla="*/ 6377154 h 6854823"/>
              <a:gd name="csX6" fmla="*/ 6527422 w 12186352"/>
              <a:gd name="csY6" fmla="*/ 1858587 h 6854823"/>
              <a:gd name="csX7" fmla="*/ 0 w 12186352"/>
              <a:gd name="csY7" fmla="*/ 1858587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0" y="0"/>
                </a:moveTo>
                <a:lnTo>
                  <a:pt x="12186352" y="0"/>
                </a:lnTo>
                <a:lnTo>
                  <a:pt x="12186352" y="6854823"/>
                </a:lnTo>
                <a:lnTo>
                  <a:pt x="0" y="6854823"/>
                </a:lnTo>
                <a:lnTo>
                  <a:pt x="0" y="6377154"/>
                </a:lnTo>
                <a:lnTo>
                  <a:pt x="6527422" y="6377154"/>
                </a:lnTo>
                <a:lnTo>
                  <a:pt x="6527422" y="1858587"/>
                </a:lnTo>
                <a:lnTo>
                  <a:pt x="0" y="1858587"/>
                </a:lnTo>
                <a:close/>
              </a:path>
            </a:pathLst>
          </a:custGeom>
        </p:spPr>
      </p:pic>
      <p:sp>
        <p:nvSpPr>
          <p:cNvPr id="7" name="Title 1">
            <a:extLst>
              <a:ext uri="{FF2B5EF4-FFF2-40B4-BE49-F238E27FC236}">
                <a16:creationId xmlns:a16="http://schemas.microsoft.com/office/drawing/2014/main" id="{C5CBF9ED-624B-FB83-6E83-BB42410F285F}"/>
              </a:ext>
            </a:extLst>
          </p:cNvPr>
          <p:cNvSpPr>
            <a:spLocks noGrp="1"/>
          </p:cNvSpPr>
          <p:nvPr>
            <p:ph type="title"/>
          </p:nvPr>
        </p:nvSpPr>
        <p:spPr>
          <a:xfrm>
            <a:off x="457200" y="490162"/>
            <a:ext cx="11277597" cy="914400"/>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1"/>
            <a:ext cx="1295400" cy="380999"/>
          </a:xfrm>
        </p:spPr>
        <p:txBody>
          <a:bodyPr/>
          <a:lstStyle/>
          <a:p>
            <a:fld id="{AE8BA31F-10E3-B74C-A113-9DB8A6700F67}" type="datetime1">
              <a:rPr lang="en-US" smtClean="0"/>
              <a:t>1/16/2026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1" y="76201"/>
            <a:ext cx="6019798" cy="380999"/>
          </a:xfrm>
        </p:spPr>
        <p:txBody>
          <a:bodyPr/>
          <a:lstStyle/>
          <a:p>
            <a:r>
              <a:rPr lang="en-US"/>
              <a:t>Sample Footer Text</a:t>
            </a:r>
          </a:p>
        </p:txBody>
      </p:sp>
      <p:sp>
        <p:nvSpPr>
          <p:cNvPr id="8" name="Picture Placeholder 11">
            <a:extLst>
              <a:ext uri="{FF2B5EF4-FFF2-40B4-BE49-F238E27FC236}">
                <a16:creationId xmlns:a16="http://schemas.microsoft.com/office/drawing/2014/main" id="{9BCDC3DB-8BBB-CC92-23DB-44BEC6BD61F7}"/>
              </a:ext>
            </a:extLst>
          </p:cNvPr>
          <p:cNvSpPr>
            <a:spLocks noGrp="1"/>
          </p:cNvSpPr>
          <p:nvPr>
            <p:ph type="pic" sz="quarter" idx="19" hasCustomPrompt="1"/>
          </p:nvPr>
        </p:nvSpPr>
        <p:spPr>
          <a:xfrm>
            <a:off x="0" y="1861761"/>
            <a:ext cx="6533071" cy="4518567"/>
          </a:xfrm>
          <a:custGeom>
            <a:avLst/>
            <a:gdLst>
              <a:gd name="connsiteX0" fmla="*/ 0 w 6460672"/>
              <a:gd name="connsiteY0" fmla="*/ 0 h 5029200"/>
              <a:gd name="connsiteX1" fmla="*/ 6460672 w 6460672"/>
              <a:gd name="connsiteY1" fmla="*/ 0 h 5029200"/>
              <a:gd name="connsiteX2" fmla="*/ 6460672 w 6460672"/>
              <a:gd name="connsiteY2" fmla="*/ 5029200 h 5029200"/>
              <a:gd name="connsiteX3" fmla="*/ 0 w 6460672"/>
              <a:gd name="connsiteY3" fmla="*/ 5029200 h 5029200"/>
            </a:gdLst>
            <a:ahLst/>
            <a:cxnLst>
              <a:cxn ang="0">
                <a:pos x="connsiteX0" y="connsiteY0"/>
              </a:cxn>
              <a:cxn ang="0">
                <a:pos x="connsiteX1" y="connsiteY1"/>
              </a:cxn>
              <a:cxn ang="0">
                <a:pos x="connsiteX2" y="connsiteY2"/>
              </a:cxn>
              <a:cxn ang="0">
                <a:pos x="connsiteX3" y="connsiteY3"/>
              </a:cxn>
            </a:cxnLst>
            <a:rect l="l" t="t" r="r" b="b"/>
            <a:pathLst>
              <a:path w="6460672" h="5029200">
                <a:moveTo>
                  <a:pt x="0" y="0"/>
                </a:moveTo>
                <a:lnTo>
                  <a:pt x="6460672" y="0"/>
                </a:lnTo>
                <a:lnTo>
                  <a:pt x="6460672" y="5029200"/>
                </a:lnTo>
                <a:lnTo>
                  <a:pt x="0" y="5029200"/>
                </a:lnTo>
                <a:close/>
              </a:path>
            </a:pathLst>
          </a:custGeom>
          <a:blipFill>
            <a:blip r:embed="rId3" cstate="email">
              <a:alphaModFix amt="60000"/>
              <a:extLst>
                <a:ext uri="{28A0092B-C50C-407E-A947-70E740481C1C}">
                  <a14:useLocalDpi xmlns:a14="http://schemas.microsoft.com/office/drawing/2010/main"/>
                </a:ext>
              </a:extLst>
            </a:blip>
            <a:stretch>
              <a:fillRect/>
            </a:stretch>
          </a:blipFill>
        </p:spPr>
        <p:txBody>
          <a:bodyPr vert="horz" wrap="square" lIns="91440" tIns="45720" rIns="91440" bIns="45720" rtlCol="0">
            <a:noAutofit/>
          </a:bodyPr>
          <a:lstStyle>
            <a:lvl1pPr>
              <a:defRPr lang="en-US" dirty="0"/>
            </a:lvl1pPr>
          </a:lstStyle>
          <a:p>
            <a:pPr marL="0" lvl="0" indent="0">
              <a:buNone/>
            </a:pPr>
            <a:r>
              <a:rPr lang="en-US"/>
              <a:t>   </a:t>
            </a:r>
          </a:p>
        </p:txBody>
      </p:sp>
      <p:sp>
        <p:nvSpPr>
          <p:cNvPr id="6" name="Content Placeholder 7">
            <a:extLst>
              <a:ext uri="{FF2B5EF4-FFF2-40B4-BE49-F238E27FC236}">
                <a16:creationId xmlns:a16="http://schemas.microsoft.com/office/drawing/2014/main" id="{7C7B1CAB-4A9F-B8E9-3C1E-15C58564C1FF}"/>
              </a:ext>
            </a:extLst>
          </p:cNvPr>
          <p:cNvSpPr>
            <a:spLocks noGrp="1"/>
          </p:cNvSpPr>
          <p:nvPr>
            <p:ph sz="quarter" idx="18"/>
          </p:nvPr>
        </p:nvSpPr>
        <p:spPr>
          <a:xfrm>
            <a:off x="6990270" y="1861761"/>
            <a:ext cx="4744527" cy="453903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744199" y="6400800"/>
            <a:ext cx="1371599"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37613932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Content with Picture 14">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D7B64117-148B-10E8-7721-A4C85F0BDEAD}"/>
              </a:ext>
            </a:extLst>
          </p:cNvPr>
          <p:cNvSpPr>
            <a:spLocks noGrp="1"/>
          </p:cNvSpPr>
          <p:nvPr>
            <p:ph type="title"/>
          </p:nvPr>
        </p:nvSpPr>
        <p:spPr>
          <a:xfrm>
            <a:off x="4480561" y="457200"/>
            <a:ext cx="7254240" cy="1173708"/>
          </a:xfrm>
          <a:prstGeom prst="rect">
            <a:avLst/>
          </a:prstGeom>
        </p:spPr>
        <p:txBody>
          <a:bodyPr anchor="b"/>
          <a:lstStyle/>
          <a:p>
            <a:r>
              <a:rPr lang="en-US"/>
              <a:t>Click to edit Master title style</a:t>
            </a:r>
          </a:p>
        </p:txBody>
      </p:sp>
      <p:sp>
        <p:nvSpPr>
          <p:cNvPr id="12" name="Date Placeholder 3">
            <a:extLst>
              <a:ext uri="{FF2B5EF4-FFF2-40B4-BE49-F238E27FC236}">
                <a16:creationId xmlns:a16="http://schemas.microsoft.com/office/drawing/2014/main" id="{CACEC350-F243-8E48-2F30-905D6999DFE7}"/>
              </a:ext>
            </a:extLst>
          </p:cNvPr>
          <p:cNvSpPr>
            <a:spLocks noGrp="1"/>
          </p:cNvSpPr>
          <p:nvPr>
            <p:ph type="dt" sz="half" idx="15"/>
          </p:nvPr>
        </p:nvSpPr>
        <p:spPr>
          <a:xfrm>
            <a:off x="76200" y="76200"/>
            <a:ext cx="1295401" cy="380999"/>
          </a:xfrm>
        </p:spPr>
        <p:txBody>
          <a:bodyPr/>
          <a:lstStyle/>
          <a:p>
            <a:fld id="{3596BBB1-49AB-C544-9861-84EE6CF53403}" type="datetime1">
              <a:rPr lang="en-US" smtClean="0"/>
              <a:t>1/16/2026</a:t>
            </a:fld>
            <a:endParaRPr lang="en-US"/>
          </a:p>
        </p:txBody>
      </p:sp>
      <p:sp>
        <p:nvSpPr>
          <p:cNvPr id="10" name="Footer Placeholder 8">
            <a:extLst>
              <a:ext uri="{FF2B5EF4-FFF2-40B4-BE49-F238E27FC236}">
                <a16:creationId xmlns:a16="http://schemas.microsoft.com/office/drawing/2014/main" id="{693FD3A5-45B7-3678-FCC8-1AA49237E7B7}"/>
              </a:ext>
            </a:extLst>
          </p:cNvPr>
          <p:cNvSpPr>
            <a:spLocks noGrp="1"/>
          </p:cNvSpPr>
          <p:nvPr>
            <p:ph type="ftr" sz="quarter" idx="16"/>
          </p:nvPr>
        </p:nvSpPr>
        <p:spPr>
          <a:xfrm>
            <a:off x="6096000" y="76201"/>
            <a:ext cx="6019800" cy="381000"/>
          </a:xfrm>
        </p:spPr>
        <p:txBody>
          <a:bodyPr/>
          <a:lstStyle/>
          <a:p>
            <a:r>
              <a:rPr lang="en-US"/>
              <a:t>Sample Footer Text</a:t>
            </a:r>
          </a:p>
        </p:txBody>
      </p:sp>
      <p:sp>
        <p:nvSpPr>
          <p:cNvPr id="4" name="Picture Placeholder 10">
            <a:extLst>
              <a:ext uri="{FF2B5EF4-FFF2-40B4-BE49-F238E27FC236}">
                <a16:creationId xmlns:a16="http://schemas.microsoft.com/office/drawing/2014/main" id="{90E31D68-951A-2336-5424-6671B2E929A3}"/>
              </a:ext>
            </a:extLst>
          </p:cNvPr>
          <p:cNvSpPr>
            <a:spLocks noGrp="1"/>
          </p:cNvSpPr>
          <p:nvPr>
            <p:ph type="pic" sz="quarter" idx="13" hasCustomPrompt="1"/>
          </p:nvPr>
        </p:nvSpPr>
        <p:spPr>
          <a:xfrm>
            <a:off x="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7" name="Content Placeholder 7">
            <a:extLst>
              <a:ext uri="{FF2B5EF4-FFF2-40B4-BE49-F238E27FC236}">
                <a16:creationId xmlns:a16="http://schemas.microsoft.com/office/drawing/2014/main" id="{679495B1-3D42-5CC6-1177-BBB5CCDEF14A}"/>
              </a:ext>
            </a:extLst>
          </p:cNvPr>
          <p:cNvSpPr>
            <a:spLocks noGrp="1"/>
          </p:cNvSpPr>
          <p:nvPr>
            <p:ph sz="quarter" idx="14"/>
          </p:nvPr>
        </p:nvSpPr>
        <p:spPr>
          <a:xfrm>
            <a:off x="4480560"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9">
            <a:extLst>
              <a:ext uri="{FF2B5EF4-FFF2-40B4-BE49-F238E27FC236}">
                <a16:creationId xmlns:a16="http://schemas.microsoft.com/office/drawing/2014/main" id="{05F3D1FB-5F83-6976-2FDE-42146116FF09}"/>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079962177"/>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Content with Picture 15">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0E5C046-40A5-D694-E725-EA0ABE0B80B9}"/>
              </a:ext>
            </a:extLst>
          </p:cNvPr>
          <p:cNvSpPr>
            <a:spLocks noGrp="1"/>
          </p:cNvSpPr>
          <p:nvPr>
            <p:ph type="title"/>
          </p:nvPr>
        </p:nvSpPr>
        <p:spPr>
          <a:xfrm>
            <a:off x="457201" y="457199"/>
            <a:ext cx="7254239" cy="1173712"/>
          </a:xfrm>
          <a:prstGeom prst="rect">
            <a:avLst/>
          </a:prstGeom>
        </p:spPr>
        <p:txBody>
          <a:bodyPr anchor="b"/>
          <a:lstStyle/>
          <a:p>
            <a:r>
              <a:rPr lang="en-US"/>
              <a:t>Click to edit Master title style</a:t>
            </a:r>
          </a:p>
        </p:txBody>
      </p:sp>
      <p:sp>
        <p:nvSpPr>
          <p:cNvPr id="4" name="Date Placeholder 3">
            <a:extLst>
              <a:ext uri="{FF2B5EF4-FFF2-40B4-BE49-F238E27FC236}">
                <a16:creationId xmlns:a16="http://schemas.microsoft.com/office/drawing/2014/main" id="{9F3CAD5B-18BB-E21E-3A4C-7BAACB8519A4}"/>
              </a:ext>
            </a:extLst>
          </p:cNvPr>
          <p:cNvSpPr>
            <a:spLocks noGrp="1"/>
          </p:cNvSpPr>
          <p:nvPr>
            <p:ph type="dt" sz="half" idx="15"/>
          </p:nvPr>
        </p:nvSpPr>
        <p:spPr>
          <a:xfrm>
            <a:off x="76201" y="76200"/>
            <a:ext cx="1295400" cy="380999"/>
          </a:xfrm>
        </p:spPr>
        <p:txBody>
          <a:bodyPr/>
          <a:lstStyle/>
          <a:p>
            <a:fld id="{9D50FFC8-0737-944F-9B20-403A2248B3E7}" type="datetime1">
              <a:rPr lang="en-US" smtClean="0"/>
              <a:t>1/16/2026</a:t>
            </a:fld>
            <a:endParaRPr lang="en-US"/>
          </a:p>
        </p:txBody>
      </p:sp>
      <p:sp>
        <p:nvSpPr>
          <p:cNvPr id="9" name="Footer Placeholder 8">
            <a:extLst>
              <a:ext uri="{FF2B5EF4-FFF2-40B4-BE49-F238E27FC236}">
                <a16:creationId xmlns:a16="http://schemas.microsoft.com/office/drawing/2014/main" id="{820916D3-99FA-E971-607F-14E290E58854}"/>
              </a:ext>
            </a:extLst>
          </p:cNvPr>
          <p:cNvSpPr>
            <a:spLocks noGrp="1"/>
          </p:cNvSpPr>
          <p:nvPr>
            <p:ph type="ftr" sz="quarter" idx="16"/>
          </p:nvPr>
        </p:nvSpPr>
        <p:spPr>
          <a:xfrm>
            <a:off x="6096000" y="76200"/>
            <a:ext cx="6019800" cy="380999"/>
          </a:xfrm>
        </p:spPr>
        <p:txBody>
          <a:bodyPr/>
          <a:lstStyle/>
          <a:p>
            <a:r>
              <a:rPr lang="en-US"/>
              <a:t>Sample Footer Text</a:t>
            </a:r>
          </a:p>
        </p:txBody>
      </p:sp>
      <p:sp>
        <p:nvSpPr>
          <p:cNvPr id="6" name="Content Placeholder 7">
            <a:extLst>
              <a:ext uri="{FF2B5EF4-FFF2-40B4-BE49-F238E27FC236}">
                <a16:creationId xmlns:a16="http://schemas.microsoft.com/office/drawing/2014/main" id="{4E5FB0DF-C175-C1BD-BDD9-3536A2F7E448}"/>
              </a:ext>
            </a:extLst>
          </p:cNvPr>
          <p:cNvSpPr>
            <a:spLocks noGrp="1"/>
          </p:cNvSpPr>
          <p:nvPr>
            <p:ph sz="quarter" idx="18"/>
          </p:nvPr>
        </p:nvSpPr>
        <p:spPr>
          <a:xfrm>
            <a:off x="457201" y="2088108"/>
            <a:ext cx="7254240" cy="4312692"/>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Picture Placeholder 10">
            <a:extLst>
              <a:ext uri="{FF2B5EF4-FFF2-40B4-BE49-F238E27FC236}">
                <a16:creationId xmlns:a16="http://schemas.microsoft.com/office/drawing/2014/main" id="{7C20B94A-DE1D-8112-79D8-ADD778F243A9}"/>
              </a:ext>
            </a:extLst>
          </p:cNvPr>
          <p:cNvSpPr>
            <a:spLocks noGrp="1"/>
          </p:cNvSpPr>
          <p:nvPr>
            <p:ph type="pic" sz="quarter" idx="13" hasCustomPrompt="1"/>
          </p:nvPr>
        </p:nvSpPr>
        <p:spPr>
          <a:xfrm>
            <a:off x="8168640" y="457199"/>
            <a:ext cx="4023360" cy="5943601"/>
          </a:xfrm>
          <a:blipFill>
            <a:blip r:embed="rId2" cstate="email">
              <a:alphaModFix amt="60000"/>
              <a:extLst>
                <a:ext uri="{28A0092B-C50C-407E-A947-70E740481C1C}">
                  <a14:useLocalDpi xmlns:a14="http://schemas.microsoft.com/office/drawing/2010/main"/>
                </a:ext>
              </a:extLst>
            </a:blip>
            <a:stretch>
              <a:fillRect/>
            </a:stretch>
          </a:blipFill>
        </p:spPr>
        <p:txBody>
          <a:bodyPr/>
          <a:lstStyle>
            <a:lvl1pPr marL="0" indent="0">
              <a:buNone/>
              <a:defRPr/>
            </a:lvl1pPr>
          </a:lstStyle>
          <a:p>
            <a:r>
              <a:rPr lang="en-US"/>
              <a:t>   </a:t>
            </a:r>
          </a:p>
        </p:txBody>
      </p:sp>
      <p:sp>
        <p:nvSpPr>
          <p:cNvPr id="10" name="Slide Number Placeholder 9">
            <a:extLst>
              <a:ext uri="{FF2B5EF4-FFF2-40B4-BE49-F238E27FC236}">
                <a16:creationId xmlns:a16="http://schemas.microsoft.com/office/drawing/2014/main" id="{BBDEAB8E-8806-A459-E320-4CA2B455BFD7}"/>
              </a:ext>
            </a:extLst>
          </p:cNvPr>
          <p:cNvSpPr>
            <a:spLocks noGrp="1"/>
          </p:cNvSpPr>
          <p:nvPr>
            <p:ph type="sldNum" sz="quarter" idx="17"/>
          </p:nvPr>
        </p:nvSpPr>
        <p:spPr>
          <a:xfrm>
            <a:off x="10820400" y="6400800"/>
            <a:ext cx="1295400" cy="381000"/>
          </a:xfrm>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20443100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Content with Picture 16">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45160961-81A4-744C-57F0-3A91AB73281C}"/>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0" y="457201"/>
            <a:ext cx="5029200" cy="1519083"/>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FE45DA7B-3D23-9747-B64E-78D5DD68C6C7}"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10" name="Picture Placeholder 10">
            <a:extLst>
              <a:ext uri="{FF2B5EF4-FFF2-40B4-BE49-F238E27FC236}">
                <a16:creationId xmlns:a16="http://schemas.microsoft.com/office/drawing/2014/main" id="{802CE9A6-F23E-1299-6CEA-8B0DBFBE2016}"/>
              </a:ext>
            </a:extLst>
          </p:cNvPr>
          <p:cNvSpPr>
            <a:spLocks noGrp="1"/>
          </p:cNvSpPr>
          <p:nvPr>
            <p:ph type="pic" sz="quarter" idx="13" hasCustomPrompt="1"/>
          </p:nvPr>
        </p:nvSpPr>
        <p:spPr>
          <a:xfrm>
            <a:off x="457200" y="2357283"/>
            <a:ext cx="5029199" cy="4043516"/>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6096000" y="457200"/>
            <a:ext cx="5638799"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19310574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Content with Picture 17">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E292B07A-D9A0-38E9-B941-74C38124D599}"/>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custGeom>
            <a:avLst/>
            <a:gdLst>
              <a:gd name="csX0" fmla="*/ 451551 w 12186352"/>
              <a:gd name="csY0" fmla="*/ 2354110 h 6854823"/>
              <a:gd name="csX1" fmla="*/ 451551 w 12186352"/>
              <a:gd name="csY1" fmla="*/ 6397626 h 6854823"/>
              <a:gd name="csX2" fmla="*/ 5480751 w 12186352"/>
              <a:gd name="csY2" fmla="*/ 6397626 h 6854823"/>
              <a:gd name="csX3" fmla="*/ 5480751 w 12186352"/>
              <a:gd name="csY3" fmla="*/ 2354110 h 6854823"/>
              <a:gd name="csX4" fmla="*/ 0 w 12186352"/>
              <a:gd name="csY4" fmla="*/ 0 h 6854823"/>
              <a:gd name="csX5" fmla="*/ 12186352 w 12186352"/>
              <a:gd name="csY5" fmla="*/ 0 h 6854823"/>
              <a:gd name="csX6" fmla="*/ 12186352 w 12186352"/>
              <a:gd name="csY6" fmla="*/ 6854823 h 6854823"/>
              <a:gd name="csX7" fmla="*/ 0 w 12186352"/>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2" h="6854823">
                <a:moveTo>
                  <a:pt x="451551" y="2354110"/>
                </a:moveTo>
                <a:lnTo>
                  <a:pt x="451551" y="6397626"/>
                </a:lnTo>
                <a:lnTo>
                  <a:pt x="5480751" y="6397626"/>
                </a:lnTo>
                <a:lnTo>
                  <a:pt x="5480751" y="2354110"/>
                </a:lnTo>
                <a:close/>
                <a:moveTo>
                  <a:pt x="0" y="0"/>
                </a:moveTo>
                <a:lnTo>
                  <a:pt x="12186352" y="0"/>
                </a:lnTo>
                <a:lnTo>
                  <a:pt x="12186352" y="6854823"/>
                </a:lnTo>
                <a:lnTo>
                  <a:pt x="0" y="6854823"/>
                </a:lnTo>
                <a:close/>
              </a:path>
            </a:pathLst>
          </a:custGeom>
        </p:spPr>
      </p:pic>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457201" y="457200"/>
            <a:ext cx="3716844" cy="1919945"/>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313040DD-291F-D14A-B0CD-056B01183946}"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9" name="Picture Placeholder 10">
            <a:extLst>
              <a:ext uri="{FF2B5EF4-FFF2-40B4-BE49-F238E27FC236}">
                <a16:creationId xmlns:a16="http://schemas.microsoft.com/office/drawing/2014/main" id="{115A2C62-B33D-41E9-D363-2E5B5EC4C673}"/>
              </a:ext>
            </a:extLst>
          </p:cNvPr>
          <p:cNvSpPr>
            <a:spLocks noGrp="1"/>
          </p:cNvSpPr>
          <p:nvPr>
            <p:ph type="pic" sz="quarter" idx="13" hasCustomPrompt="1"/>
          </p:nvPr>
        </p:nvSpPr>
        <p:spPr>
          <a:xfrm>
            <a:off x="457200" y="2743200"/>
            <a:ext cx="3716845" cy="3657600"/>
          </a:xfrm>
          <a:blipFill dpi="0" rotWithShape="1">
            <a:blip r:embed="rId3" cstate="email">
              <a:alphaModFix amt="60000"/>
              <a:extLst>
                <a:ext uri="{28A0092B-C50C-407E-A947-70E740481C1C}">
                  <a14:useLocalDpi xmlns:a14="http://schemas.microsoft.com/office/drawing/2010/main"/>
                </a:ext>
              </a:extLst>
            </a:blip>
            <a:srcRect/>
            <a:stretch>
              <a:fillRect/>
            </a:stretch>
          </a:blipFill>
        </p:spPr>
        <p:txBody>
          <a:bodyPr/>
          <a:lstStyle>
            <a:lvl1pPr marL="0" indent="0">
              <a:buNone/>
              <a:defRPr/>
            </a:lvl1pPr>
          </a:lstStyle>
          <a:p>
            <a:r>
              <a:rPr lang="en-US"/>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4724399" y="457201"/>
            <a:ext cx="7010401" cy="5943599"/>
          </a:xfrm>
        </p:spPr>
        <p:txBody>
          <a:bodyPr/>
          <a:lstStyle>
            <a:lvl1pPr>
              <a:defRPr b="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89724918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Number Large">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DD16EBF9-B68A-0B06-1D11-8A73C8F97835}"/>
              </a:ext>
            </a:extLst>
          </p:cNvPr>
          <p:cNvSpPr>
            <a:spLocks noGrp="1"/>
          </p:cNvSpPr>
          <p:nvPr>
            <p:ph type="title"/>
          </p:nvPr>
        </p:nvSpPr>
        <p:spPr>
          <a:xfrm>
            <a:off x="457200" y="5349242"/>
            <a:ext cx="5638800" cy="105155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F20AA6F4-6FEB-A645-BC84-8FD86BB56A56}" type="datetime1">
              <a:rPr lang="en-US" smtClean="0"/>
              <a:t>1/16/2026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FC49D795-05CD-88A6-65D2-CE59AB098CDC}"/>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119919895"/>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Number Large 2">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362229AA-0D53-41CE-F2F6-A43A58F408A6}"/>
              </a:ext>
            </a:extLst>
          </p:cNvPr>
          <p:cNvSpPr>
            <a:spLocks noGrp="1"/>
          </p:cNvSpPr>
          <p:nvPr>
            <p:ph type="title"/>
          </p:nvPr>
        </p:nvSpPr>
        <p:spPr>
          <a:xfrm>
            <a:off x="457200" y="5334002"/>
            <a:ext cx="5638800" cy="1066798"/>
          </a:xfrm>
        </p:spPr>
        <p:txBody>
          <a:bodyPr anchor="b"/>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019C1F0A-369C-694C-9034-23649A99EDDB}" type="datetime1">
              <a:rPr lang="en-US" smtClean="0"/>
              <a:t>1/16/2026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0" name="Content Placeholder 10">
            <a:extLst>
              <a:ext uri="{FF2B5EF4-FFF2-40B4-BE49-F238E27FC236}">
                <a16:creationId xmlns:a16="http://schemas.microsoft.com/office/drawing/2014/main" id="{2685CAE8-3040-D343-9736-69ED07ADEE28}"/>
              </a:ext>
            </a:extLst>
          </p:cNvPr>
          <p:cNvSpPr>
            <a:spLocks noGrp="1"/>
          </p:cNvSpPr>
          <p:nvPr>
            <p:ph sz="quarter" idx="14" hasCustomPrompt="1"/>
          </p:nvPr>
        </p:nvSpPr>
        <p:spPr>
          <a:xfrm>
            <a:off x="457200" y="152400"/>
            <a:ext cx="11277600" cy="4434840"/>
          </a:xfrm>
        </p:spPr>
        <p:txBody>
          <a:bodyPr anchor="t"/>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419981247"/>
      </p:ext>
    </p:extLst>
  </p:cSld>
  <p:clrMapOvr>
    <a:overrideClrMapping bg1="lt1" tx1="dk1" bg2="lt2" tx2="dk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Number Large 3">
    <p:bg>
      <p:bgRef idx="1001">
        <a:schemeClr val="bg2"/>
      </p:bgRef>
    </p:bg>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id="{9D779F90-4233-5235-D44A-38B021C817C4}"/>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8" name="Title 7">
            <a:extLst>
              <a:ext uri="{FF2B5EF4-FFF2-40B4-BE49-F238E27FC236}">
                <a16:creationId xmlns:a16="http://schemas.microsoft.com/office/drawing/2014/main" id="{F9AC97C7-C18C-1AFB-595D-1164216CB3A0}"/>
              </a:ext>
            </a:extLst>
          </p:cNvPr>
          <p:cNvSpPr>
            <a:spLocks noGrp="1"/>
          </p:cNvSpPr>
          <p:nvPr>
            <p:ph type="title"/>
          </p:nvPr>
        </p:nvSpPr>
        <p:spPr>
          <a:xfrm>
            <a:off x="8991600" y="457200"/>
            <a:ext cx="2743200" cy="5943600"/>
          </a:xfrm>
        </p:spPr>
        <p:txBody>
          <a:bodyPr anchor="ctr"/>
          <a:lstStyle>
            <a:lvl1pPr>
              <a:lnSpc>
                <a:spcPct val="110000"/>
              </a:lnSpc>
              <a:defRPr sz="2000">
                <a:latin typeface="+mn-lt"/>
              </a:defRPr>
            </a:lvl1pPr>
          </a:lstStyle>
          <a:p>
            <a:r>
              <a:rPr lang="en-US"/>
              <a:t>Click to edit Master title style</a:t>
            </a:r>
          </a:p>
        </p:txBody>
      </p:sp>
      <p:sp>
        <p:nvSpPr>
          <p:cNvPr id="3" name="Date Placeholder 2">
            <a:extLst>
              <a:ext uri="{FF2B5EF4-FFF2-40B4-BE49-F238E27FC236}">
                <a16:creationId xmlns:a16="http://schemas.microsoft.com/office/drawing/2014/main" id="{4A591E5F-EDEF-7D02-30E6-B960B5E45903}"/>
              </a:ext>
            </a:extLst>
          </p:cNvPr>
          <p:cNvSpPr>
            <a:spLocks noGrp="1"/>
          </p:cNvSpPr>
          <p:nvPr>
            <p:ph type="dt" sz="half" idx="10"/>
          </p:nvPr>
        </p:nvSpPr>
        <p:spPr/>
        <p:txBody>
          <a:bodyPr/>
          <a:lstStyle>
            <a:lvl1pPr>
              <a:defRPr>
                <a:solidFill>
                  <a:schemeClr val="tx1"/>
                </a:solidFill>
              </a:defRPr>
            </a:lvl1pPr>
          </a:lstStyle>
          <a:p>
            <a:fld id="{C05CB68B-3B3F-204E-812A-7CA74DAAFECC}" type="datetime1">
              <a:rPr lang="en-US" smtClean="0"/>
              <a:t>1/16/2026</a:t>
            </a:fld>
            <a:endParaRPr lang="en-US"/>
          </a:p>
        </p:txBody>
      </p:sp>
      <p:sp>
        <p:nvSpPr>
          <p:cNvPr id="4" name="Footer Placeholder 3">
            <a:extLst>
              <a:ext uri="{FF2B5EF4-FFF2-40B4-BE49-F238E27FC236}">
                <a16:creationId xmlns:a16="http://schemas.microsoft.com/office/drawing/2014/main" id="{C394E47C-0C77-0005-1755-14F7739DF22E}"/>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11" name="Content Placeholder 10">
            <a:extLst>
              <a:ext uri="{FF2B5EF4-FFF2-40B4-BE49-F238E27FC236}">
                <a16:creationId xmlns:a16="http://schemas.microsoft.com/office/drawing/2014/main" id="{0794CDEE-6628-D8C2-4DD7-A2AF2B148E2B}"/>
              </a:ext>
            </a:extLst>
          </p:cNvPr>
          <p:cNvSpPr>
            <a:spLocks noGrp="1"/>
          </p:cNvSpPr>
          <p:nvPr>
            <p:ph sz="quarter" idx="14" hasCustomPrompt="1"/>
          </p:nvPr>
        </p:nvSpPr>
        <p:spPr>
          <a:xfrm>
            <a:off x="457200" y="762000"/>
            <a:ext cx="8077200" cy="5943600"/>
          </a:xfrm>
        </p:spPr>
        <p:txBody>
          <a:bodyPr anchor="ctr"/>
          <a:lstStyle>
            <a:lvl1pPr>
              <a:lnSpc>
                <a:spcPct val="90000"/>
              </a:lnSpc>
              <a:defRPr sz="30000">
                <a:latin typeface="+mj-lt"/>
              </a:defRPr>
            </a:lvl1pPr>
          </a:lstStyle>
          <a:p>
            <a:pPr lvl="0"/>
            <a:r>
              <a:rPr lang="en-US"/>
              <a:t>XX%</a:t>
            </a:r>
          </a:p>
        </p:txBody>
      </p:sp>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775854323"/>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D963A025-A5F8-BC41-857C-074A129970DD}" type="datetime1">
              <a:rPr lang="en-US" smtClean="0"/>
              <a:t>1/16/2026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ctr">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67067178"/>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Statement 2">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p>
            <a:fld id="{67E1A02B-DBB0-A046-81B0-FEDCAC57CE71}" type="datetime1">
              <a:rPr lang="en-US" smtClean="0"/>
              <a:t>1/16/2026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b">
            <a:normAutofit/>
          </a:bodyPr>
          <a:lstStyle>
            <a:lvl1pPr marL="0" indent="0">
              <a:lnSpc>
                <a:spcPct val="90000"/>
              </a:lnSpc>
              <a:spcBef>
                <a:spcPts val="0"/>
              </a:spcBef>
              <a:buNone/>
              <a:defRPr sz="6000" b="0">
                <a:latin typeface="+mj-lt"/>
              </a:defRPr>
            </a:lvl1pPr>
            <a:lvl2pPr marL="228600" indent="0">
              <a:lnSpc>
                <a:spcPct val="90000"/>
              </a:lnSpc>
              <a:spcBef>
                <a:spcPts val="0"/>
              </a:spcBef>
              <a:buNone/>
              <a:defRPr sz="6000" b="0">
                <a:latin typeface="+mj-lt"/>
              </a:defRPr>
            </a:lvl2pPr>
            <a:lvl3pPr marL="457200" indent="0">
              <a:lnSpc>
                <a:spcPct val="90000"/>
              </a:lnSpc>
              <a:spcBef>
                <a:spcPts val="0"/>
              </a:spcBef>
              <a:buNone/>
              <a:defRPr sz="6000" b="0">
                <a:latin typeface="+mj-lt"/>
              </a:defRPr>
            </a:lvl3pPr>
            <a:lvl4pPr marL="685800" indent="0">
              <a:lnSpc>
                <a:spcPct val="90000"/>
              </a:lnSpc>
              <a:spcBef>
                <a:spcPts val="0"/>
              </a:spcBef>
              <a:buNone/>
              <a:defRPr sz="6000" b="0">
                <a:latin typeface="+mj-lt"/>
              </a:defRPr>
            </a:lvl4pPr>
            <a:lvl5pPr marL="914400" indent="0">
              <a:lnSpc>
                <a:spcPct val="90000"/>
              </a:lnSpc>
              <a:spcBef>
                <a:spcPts val="0"/>
              </a:spcBef>
              <a:buNone/>
              <a:defRPr sz="6000" b="0">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428282128"/>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83016C-84F5-4C07-5F48-21162DFAD739}"/>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a:prstGeom prst="rect">
            <a:avLst/>
          </a:prstGeom>
        </p:spPr>
        <p:txBody>
          <a:bodyPr/>
          <a:lstStyle/>
          <a:p>
            <a:r>
              <a:rPr lang="en-US"/>
              <a:t>Click to edit Master title style</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1"/>
                </a:solidFill>
              </a:defRPr>
            </a:lvl1pPr>
          </a:lstStyle>
          <a:p>
            <a:fld id="{192E1041-C021-CE4A-9D2F-9EE16EB193AE}" type="datetime1">
              <a:rPr lang="en-US" smtClean="0"/>
              <a:t>1/16/2026</a:t>
            </a:fld>
            <a:endParaRPr lang="en-US"/>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0" y="457200"/>
            <a:ext cx="7848600" cy="5943600"/>
          </a:xfrm>
        </p:spPr>
        <p:txBody>
          <a:bodyPr anchor="t">
            <a:normAutofit/>
          </a:bodyPr>
          <a:lstStyle>
            <a:lvl1pPr marL="0" indent="0">
              <a:lnSpc>
                <a:spcPct val="90000"/>
              </a:lnSpc>
              <a:spcBef>
                <a:spcPts val="0"/>
              </a:spcBef>
              <a:buNone/>
              <a:defRPr sz="6000" b="0">
                <a:solidFill>
                  <a:schemeClr val="tx1"/>
                </a:solidFill>
                <a:latin typeface="+mj-lt"/>
              </a:defRPr>
            </a:lvl1pPr>
            <a:lvl2pPr marL="228600" indent="0">
              <a:lnSpc>
                <a:spcPct val="90000"/>
              </a:lnSpc>
              <a:spcBef>
                <a:spcPts val="0"/>
              </a:spcBef>
              <a:buNone/>
              <a:defRPr sz="6000" b="0">
                <a:solidFill>
                  <a:schemeClr val="tx1"/>
                </a:solidFill>
                <a:latin typeface="+mj-lt"/>
              </a:defRPr>
            </a:lvl2pPr>
            <a:lvl3pPr marL="457200" indent="0">
              <a:lnSpc>
                <a:spcPct val="90000"/>
              </a:lnSpc>
              <a:spcBef>
                <a:spcPts val="0"/>
              </a:spcBef>
              <a:buNone/>
              <a:defRPr sz="6000" b="0">
                <a:solidFill>
                  <a:schemeClr val="tx1"/>
                </a:solidFill>
                <a:latin typeface="+mj-lt"/>
              </a:defRPr>
            </a:lvl3pPr>
            <a:lvl4pPr marL="685800" indent="0">
              <a:lnSpc>
                <a:spcPct val="90000"/>
              </a:lnSpc>
              <a:spcBef>
                <a:spcPts val="0"/>
              </a:spcBef>
              <a:buNone/>
              <a:defRPr sz="6000" b="0">
                <a:solidFill>
                  <a:schemeClr val="tx1"/>
                </a:solidFill>
                <a:latin typeface="+mj-lt"/>
              </a:defRPr>
            </a:lvl4pPr>
            <a:lvl5pPr marL="914400" indent="0">
              <a:lnSpc>
                <a:spcPct val="90000"/>
              </a:lnSpc>
              <a:spcBef>
                <a:spcPts val="0"/>
              </a:spcBef>
              <a:buNone/>
              <a:defRPr sz="6000" b="0">
                <a:solidFill>
                  <a:schemeClr val="tx1"/>
                </a:solidFill>
                <a:latin typeface="+mj-lt"/>
              </a:defRPr>
            </a:lvl5pPr>
          </a:lstStyle>
          <a:p>
            <a:pPr lvl="0"/>
            <a:r>
              <a:rPr lang="en-US"/>
              <a:t>Click to add Statement</a:t>
            </a:r>
          </a:p>
          <a:p>
            <a:pPr lvl="1"/>
            <a:r>
              <a:rPr lang="en-US"/>
              <a:t>Second level</a:t>
            </a:r>
          </a:p>
          <a:p>
            <a:pPr lvl="2"/>
            <a:r>
              <a:rPr lang="en-US"/>
              <a:t>Third level</a:t>
            </a:r>
          </a:p>
          <a:p>
            <a:pPr lvl="3"/>
            <a:r>
              <a:rPr lang="en-US"/>
              <a:t>Fourth level</a:t>
            </a:r>
          </a:p>
          <a:p>
            <a:pPr lvl="4"/>
            <a:r>
              <a:rPr lang="en-US"/>
              <a:t>Fifth level</a:t>
            </a:r>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413817368"/>
      </p:ext>
    </p:extLst>
  </p:cSld>
  <p:clrMapOvr>
    <a:overrideClrMapping bg1="lt1" tx1="dk1" bg2="lt2" tx2="dk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Quote">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991598" y="457200"/>
            <a:ext cx="2743200" cy="5943600"/>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B19110DB-B309-8C4D-B2B7-2B6318BF3864}" type="datetime1">
              <a:rPr lang="en-US" smtClean="0"/>
              <a:t>1/16/2026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7" name="Content Placeholder 7">
            <a:extLst>
              <a:ext uri="{FF2B5EF4-FFF2-40B4-BE49-F238E27FC236}">
                <a16:creationId xmlns:a16="http://schemas.microsoft.com/office/drawing/2014/main" id="{F2B13095-060E-7C64-69EA-E7821D5019ED}"/>
              </a:ext>
            </a:extLst>
          </p:cNvPr>
          <p:cNvSpPr>
            <a:spLocks noGrp="1"/>
          </p:cNvSpPr>
          <p:nvPr>
            <p:ph sz="quarter" idx="15" hasCustomPrompt="1"/>
          </p:nvPr>
        </p:nvSpPr>
        <p:spPr>
          <a:xfrm>
            <a:off x="457200" y="457200"/>
            <a:ext cx="7848600" cy="5943600"/>
          </a:xfrm>
        </p:spPr>
        <p:txBody>
          <a:bodyPr anchor="t"/>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1927535567"/>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Quote 2">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457200" y="5937084"/>
            <a:ext cx="9144000" cy="466344"/>
          </a:xfrm>
          <a:prstGeom prst="rect">
            <a:avLst/>
          </a:prstGeom>
        </p:spPr>
        <p:txBody>
          <a:bodyPr anchor="b">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FCCD263F-17D1-DD49-AE75-3B385E0CFFA9}" type="datetime1">
              <a:rPr lang="en-US" smtClean="0"/>
              <a:t>1/16/2026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6" name="Content Placeholder 7">
            <a:extLst>
              <a:ext uri="{FF2B5EF4-FFF2-40B4-BE49-F238E27FC236}">
                <a16:creationId xmlns:a16="http://schemas.microsoft.com/office/drawing/2014/main" id="{58A7DA2E-06EC-D8CE-ACE3-28D98B5AC26C}"/>
              </a:ext>
            </a:extLst>
          </p:cNvPr>
          <p:cNvSpPr>
            <a:spLocks noGrp="1"/>
          </p:cNvSpPr>
          <p:nvPr>
            <p:ph sz="quarter" idx="15" hasCustomPrompt="1"/>
          </p:nvPr>
        </p:nvSpPr>
        <p:spPr>
          <a:xfrm>
            <a:off x="457200" y="454572"/>
            <a:ext cx="11277600" cy="5417308"/>
          </a:xfrm>
        </p:spPr>
        <p:txBody>
          <a:bodyPr anchor="b"/>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891622741"/>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Quote 3">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BD18808-DE46-2A18-8307-D05A834D3087}"/>
              </a:ext>
            </a:extLst>
          </p:cNvPr>
          <p:cNvPicPr>
            <a:picLocks noGrp="1" noRot="1" noChangeAspect="1" noMove="1" noResize="1" noEditPoints="1" noAdjustHandles="1" noChangeArrowheads="1" noChangeShapeType="1" noCrop="1"/>
          </p:cNvPicPr>
          <p:nvPr userDrawn="1"/>
        </p:nvPicPr>
        <p:blipFill>
          <a:blip r:embed="rId2">
            <a:extLst>
              <a:ext uri="{28A0092B-C50C-407E-A947-70E740481C1C}">
                <a14:useLocalDpi xmlns:a14="http://schemas.microsoft.com/office/drawing/2010/main" val="0"/>
              </a:ext>
            </a:extLst>
          </a:blip>
          <a:srcRect/>
          <a:stretch/>
        </p:blipFill>
        <p:spPr>
          <a:xfrm>
            <a:off x="0" y="0"/>
            <a:ext cx="12192000" cy="6858000"/>
          </a:xfrm>
          <a:prstGeom prst="rect">
            <a:avLst/>
          </a:prstGeom>
        </p:spPr>
      </p:pic>
      <p:sp>
        <p:nvSpPr>
          <p:cNvPr id="9" name="Title 1">
            <a:extLst>
              <a:ext uri="{FF2B5EF4-FFF2-40B4-BE49-F238E27FC236}">
                <a16:creationId xmlns:a16="http://schemas.microsoft.com/office/drawing/2014/main" id="{79726570-6B1E-6E56-BA3E-287729FA2846}"/>
              </a:ext>
            </a:extLst>
          </p:cNvPr>
          <p:cNvSpPr>
            <a:spLocks noGrp="1"/>
          </p:cNvSpPr>
          <p:nvPr>
            <p:ph type="title" hasCustomPrompt="1"/>
          </p:nvPr>
        </p:nvSpPr>
        <p:spPr>
          <a:xfrm>
            <a:off x="8763000" y="457200"/>
            <a:ext cx="2971800" cy="5946228"/>
          </a:xfrm>
          <a:prstGeom prst="rect">
            <a:avLst/>
          </a:prstGeom>
        </p:spPr>
        <p:txBody>
          <a:bodyPr anchor="ctr">
            <a:normAutofit/>
          </a:bodyPr>
          <a:lstStyle>
            <a:lvl1pPr>
              <a:lnSpc>
                <a:spcPct val="120000"/>
              </a:lnSpc>
              <a:defRPr sz="2000" b="0" i="0" spc="0">
                <a:solidFill>
                  <a:schemeClr val="tx1"/>
                </a:solidFill>
                <a:latin typeface="+mn-lt"/>
              </a:defRPr>
            </a:lvl1pPr>
          </a:lstStyle>
          <a:p>
            <a:r>
              <a:rPr lang="en-US"/>
              <a:t>Quote Author</a:t>
            </a:r>
          </a:p>
        </p:txBody>
      </p:sp>
      <p:sp>
        <p:nvSpPr>
          <p:cNvPr id="3" name="Date Placeholder 2">
            <a:extLst>
              <a:ext uri="{FF2B5EF4-FFF2-40B4-BE49-F238E27FC236}">
                <a16:creationId xmlns:a16="http://schemas.microsoft.com/office/drawing/2014/main" id="{C344C372-F7FA-5AA5-92C1-CF476A26623E}"/>
              </a:ext>
            </a:extLst>
          </p:cNvPr>
          <p:cNvSpPr>
            <a:spLocks noGrp="1"/>
          </p:cNvSpPr>
          <p:nvPr>
            <p:ph type="dt" sz="half" idx="10"/>
          </p:nvPr>
        </p:nvSpPr>
        <p:spPr/>
        <p:txBody>
          <a:bodyPr/>
          <a:lstStyle>
            <a:lvl1pPr>
              <a:defRPr>
                <a:solidFill>
                  <a:schemeClr val="tx1"/>
                </a:solidFill>
              </a:defRPr>
            </a:lvl1pPr>
          </a:lstStyle>
          <a:p>
            <a:fld id="{1664374B-BFF6-3C4D-A435-E85D19EC7285}" type="datetime1">
              <a:rPr lang="en-US" smtClean="0"/>
              <a:t>1/16/2026</a:t>
            </a:fld>
            <a:endParaRPr lang="en-US"/>
          </a:p>
        </p:txBody>
      </p:sp>
      <p:sp>
        <p:nvSpPr>
          <p:cNvPr id="4" name="Footer Placeholder 3">
            <a:extLst>
              <a:ext uri="{FF2B5EF4-FFF2-40B4-BE49-F238E27FC236}">
                <a16:creationId xmlns:a16="http://schemas.microsoft.com/office/drawing/2014/main" id="{B23912E3-7555-EAAB-BE83-59ED3B5C9E5B}"/>
              </a:ext>
            </a:extLst>
          </p:cNvPr>
          <p:cNvSpPr>
            <a:spLocks noGrp="1"/>
          </p:cNvSpPr>
          <p:nvPr>
            <p:ph type="ftr" sz="quarter" idx="11"/>
          </p:nvPr>
        </p:nvSpPr>
        <p:spPr/>
        <p:txBody>
          <a:bodyPr/>
          <a:lstStyle>
            <a:lvl1pPr>
              <a:defRPr>
                <a:solidFill>
                  <a:schemeClr val="tx1"/>
                </a:solidFill>
              </a:defRPr>
            </a:lvl1pPr>
          </a:lstStyle>
          <a:p>
            <a:r>
              <a:rPr lang="en-US"/>
              <a:t>Sample Footer Text</a:t>
            </a:r>
          </a:p>
        </p:txBody>
      </p:sp>
      <p:sp>
        <p:nvSpPr>
          <p:cNvPr id="8" name="Content Placeholder 7">
            <a:extLst>
              <a:ext uri="{FF2B5EF4-FFF2-40B4-BE49-F238E27FC236}">
                <a16:creationId xmlns:a16="http://schemas.microsoft.com/office/drawing/2014/main" id="{3BD97FB3-18C6-51BD-4179-B642A2A709C5}"/>
              </a:ext>
            </a:extLst>
          </p:cNvPr>
          <p:cNvSpPr>
            <a:spLocks noGrp="1"/>
          </p:cNvSpPr>
          <p:nvPr>
            <p:ph sz="quarter" idx="15" hasCustomPrompt="1"/>
          </p:nvPr>
        </p:nvSpPr>
        <p:spPr>
          <a:xfrm>
            <a:off x="457200" y="457200"/>
            <a:ext cx="7848600" cy="5943600"/>
          </a:xfrm>
        </p:spPr>
        <p:txBody>
          <a:bodyPr anchor="ctr"/>
          <a:lstStyle>
            <a:lvl1pPr>
              <a:lnSpc>
                <a:spcPct val="90000"/>
              </a:lnSpc>
              <a:defRPr sz="6000">
                <a:latin typeface="+mj-lt"/>
              </a:defRPr>
            </a:lvl1pPr>
          </a:lstStyle>
          <a:p>
            <a:pPr lvl="0"/>
            <a:r>
              <a:rPr lang="en-US"/>
              <a:t>Click to add Quote</a:t>
            </a:r>
          </a:p>
        </p:txBody>
      </p:sp>
      <p:sp>
        <p:nvSpPr>
          <p:cNvPr id="5" name="Slide Number Placeholder 4">
            <a:extLst>
              <a:ext uri="{FF2B5EF4-FFF2-40B4-BE49-F238E27FC236}">
                <a16:creationId xmlns:a16="http://schemas.microsoft.com/office/drawing/2014/main" id="{C6EAECF6-9F03-4C12-4BD4-4E8AE63A4F3A}"/>
              </a:ext>
            </a:extLst>
          </p:cNvPr>
          <p:cNvSpPr>
            <a:spLocks noGrp="1"/>
          </p:cNvSpPr>
          <p:nvPr>
            <p:ph type="sldNum" sz="quarter" idx="12"/>
          </p:nvPr>
        </p:nvSpPr>
        <p:spPr/>
        <p:txBody>
          <a:bodyPr/>
          <a:lstStyle>
            <a:lvl1pPr>
              <a:defRPr>
                <a:solidFill>
                  <a:schemeClr val="tx1"/>
                </a:solidFill>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3255237308"/>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75431640-8AD9-CB9D-CC0B-964AF3B74D51}"/>
              </a:ext>
            </a:extLst>
          </p:cNvPr>
          <p:cNvSpPr>
            <a:spLocks noGrp="1"/>
          </p:cNvSpPr>
          <p:nvPr>
            <p:ph type="title"/>
          </p:nvPr>
        </p:nvSpPr>
        <p:spPr>
          <a:xfrm>
            <a:off x="457201" y="457201"/>
            <a:ext cx="11277598" cy="914400"/>
          </a:xfrm>
          <a:prstGeom prst="rect">
            <a:avLst/>
          </a:prstGeom>
        </p:spPr>
        <p:txBody>
          <a:bodyPr anchor="t"/>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E9C4FF47-482A-5A42-BC2B-D17760A60D7C}" type="datetime1">
              <a:rPr lang="en-US" smtClean="0"/>
              <a:t>1/16/2026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r>
              <a:rPr lang="en-US"/>
              <a:t>Sample Footer Text</a:t>
            </a:r>
          </a:p>
        </p:txBody>
      </p:sp>
      <p:sp>
        <p:nvSpPr>
          <p:cNvPr id="4" name="Content Placeholder 3">
            <a:extLst>
              <a:ext uri="{FF2B5EF4-FFF2-40B4-BE49-F238E27FC236}">
                <a16:creationId xmlns:a16="http://schemas.microsoft.com/office/drawing/2014/main" id="{6627D5A5-84C3-7EDE-A8EB-2DE057DE46AB}"/>
              </a:ext>
            </a:extLst>
          </p:cNvPr>
          <p:cNvSpPr>
            <a:spLocks noGrp="1"/>
          </p:cNvSpPr>
          <p:nvPr>
            <p:ph sz="quarter" idx="15"/>
          </p:nvPr>
        </p:nvSpPr>
        <p:spPr>
          <a:xfrm>
            <a:off x="457200" y="1825624"/>
            <a:ext cx="5230495" cy="4575175"/>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9">
            <a:extLst>
              <a:ext uri="{FF2B5EF4-FFF2-40B4-BE49-F238E27FC236}">
                <a16:creationId xmlns:a16="http://schemas.microsoft.com/office/drawing/2014/main" id="{D54150AE-A7C6-D328-35D7-F5B840930E3B}"/>
              </a:ext>
            </a:extLst>
          </p:cNvPr>
          <p:cNvSpPr>
            <a:spLocks noGrp="1"/>
          </p:cNvSpPr>
          <p:nvPr>
            <p:ph sz="quarter" idx="16"/>
          </p:nvPr>
        </p:nvSpPr>
        <p:spPr>
          <a:xfrm>
            <a:off x="6504307" y="1825625"/>
            <a:ext cx="5230493" cy="4575174"/>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384898708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CDF3CAC-6CE7-7E83-9091-EB44FB9BBAEA}"/>
              </a:ext>
            </a:extLst>
          </p:cNvPr>
          <p:cNvSpPr>
            <a:spLocks noGrp="1"/>
          </p:cNvSpPr>
          <p:nvPr>
            <p:ph type="title"/>
          </p:nvPr>
        </p:nvSpPr>
        <p:spPr>
          <a:xfrm>
            <a:off x="457200" y="457200"/>
            <a:ext cx="11277600" cy="914400"/>
          </a:xfrm>
          <a:prstGeom prst="rect">
            <a:avLst/>
          </a:prstGeom>
        </p:spPr>
        <p:txBody>
          <a:bodyPr anchor="t"/>
          <a:lstStyle/>
          <a:p>
            <a:r>
              <a:rPr lang="en-US"/>
              <a:t>Click to edit Master title style</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A0E0A138-5AFC-9A4D-A014-96125C4D80CC}" type="datetime1">
              <a:rPr lang="en-US" smtClean="0"/>
              <a:t>1/16/2026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r>
              <a:rPr lang="en-US"/>
              <a:t>Sample Footer Text</a:t>
            </a:r>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457200" y="1823847"/>
            <a:ext cx="5227320" cy="354857"/>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76AAF7-C632-FCD0-6A60-E0EA4A52F229}"/>
              </a:ext>
            </a:extLst>
          </p:cNvPr>
          <p:cNvSpPr>
            <a:spLocks noGrp="1"/>
          </p:cNvSpPr>
          <p:nvPr>
            <p:ph sz="quarter" idx="15"/>
          </p:nvPr>
        </p:nvSpPr>
        <p:spPr>
          <a:xfrm>
            <a:off x="457200" y="2286000"/>
            <a:ext cx="522763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501381" y="1823847"/>
            <a:ext cx="5233417" cy="354858"/>
          </a:xfrm>
        </p:spPr>
        <p:txBody>
          <a:bodyPr anchor="t">
            <a:normAutofit/>
          </a:bodyPr>
          <a:lstStyle>
            <a:lvl1pPr marL="0" indent="0">
              <a:lnSpc>
                <a:spcPct val="90000"/>
              </a:lnSpc>
              <a:buNone/>
              <a:defRPr sz="16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Content Placeholder 11">
            <a:extLst>
              <a:ext uri="{FF2B5EF4-FFF2-40B4-BE49-F238E27FC236}">
                <a16:creationId xmlns:a16="http://schemas.microsoft.com/office/drawing/2014/main" id="{CD998360-6973-27D8-8B08-ACAE10572B32}"/>
              </a:ext>
            </a:extLst>
          </p:cNvPr>
          <p:cNvSpPr>
            <a:spLocks noGrp="1"/>
          </p:cNvSpPr>
          <p:nvPr>
            <p:ph sz="quarter" idx="16"/>
          </p:nvPr>
        </p:nvSpPr>
        <p:spPr>
          <a:xfrm>
            <a:off x="6501092" y="2286000"/>
            <a:ext cx="5233708" cy="4114800"/>
          </a:xfrm>
        </p:spPr>
        <p:txBody>
          <a:bodyPr/>
          <a:lstStyle>
            <a:lvl1pPr>
              <a:lnSpc>
                <a:spcPct val="100000"/>
              </a:lnSpc>
              <a:spcBef>
                <a:spcPts val="0"/>
              </a:spcBef>
              <a:defRPr b="0"/>
            </a:lvl1pPr>
            <a:lvl2pPr>
              <a:lnSpc>
                <a:spcPct val="100000"/>
              </a:lnSpc>
              <a:spcBef>
                <a:spcPts val="0"/>
              </a:spcBef>
              <a:defRPr/>
            </a:lvl2pPr>
            <a:lvl3pPr>
              <a:lnSpc>
                <a:spcPct val="100000"/>
              </a:lnSpc>
              <a:spcBef>
                <a:spcPts val="0"/>
              </a:spcBef>
              <a:defRPr/>
            </a:lvl3pPr>
            <a:lvl4pPr>
              <a:lnSpc>
                <a:spcPct val="100000"/>
              </a:lnSpc>
              <a:spcBef>
                <a:spcPts val="0"/>
              </a:spcBef>
              <a:defRPr/>
            </a:lvl4pPr>
            <a:lvl5pPr>
              <a:lnSpc>
                <a:spcPct val="100000"/>
              </a:lnSpc>
              <a:spcBef>
                <a:spcPts val="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51419061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457200" y="457201"/>
            <a:ext cx="11277600" cy="914400"/>
          </a:xfrm>
          <a:prstGeom prst="rect">
            <a:avLst/>
          </a:prstGeo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3BF1EA9-87CF-8343-9776-D1D52A179B2E}" type="datetime1">
              <a:rPr lang="en-US" smtClean="0"/>
              <a:t>1/16/2026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39082217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889506F-D76B-DF43-A96B-B8A73BD734D5}" type="datetime1">
              <a:rPr lang="en-US" smtClean="0"/>
              <a:t>1/16/2026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542379939"/>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ADB8EF09-85B4-2CB8-82A3-EECAE01D45AD}"/>
              </a:ext>
            </a:extLst>
          </p:cNvPr>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457200" y="457201"/>
            <a:ext cx="3810000" cy="16764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B2777B30-84C4-E14A-AD9D-99C744B58D2B}" type="datetime1">
              <a:rPr lang="en-US" smtClean="0"/>
              <a:t>1/16/2026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457200" y="2458616"/>
            <a:ext cx="3810000" cy="3942184"/>
          </a:xfrm>
        </p:spPr>
        <p:txBody>
          <a:bodyPr anchor="t">
            <a:normAutofit/>
          </a:bodyPr>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4800600" y="457200"/>
            <a:ext cx="6934200" cy="5943600"/>
          </a:xfrm>
        </p:spPr>
        <p:txBody>
          <a:bodyPr vert="horz" lIns="91440" tIns="45720" rIns="91440" bIns="45720" rtlCol="0">
            <a:normAutofit/>
          </a:bodyPr>
          <a:lstStyle>
            <a:lvl1pPr>
              <a:spcBef>
                <a:spcPts val="0"/>
              </a:spcBef>
              <a:defRPr lang="en-US" b="0" dirty="0"/>
            </a:lvl1pPr>
            <a:lvl2pPr>
              <a:spcBef>
                <a:spcPts val="0"/>
              </a:spcBef>
              <a:defRPr lang="en-US" dirty="0"/>
            </a:lvl2pPr>
            <a:lvl3pPr>
              <a:spcBef>
                <a:spcPts val="0"/>
              </a:spcBef>
              <a:defRPr lang="en-US" dirty="0"/>
            </a:lvl3pPr>
            <a:lvl4pPr>
              <a:spcBef>
                <a:spcPts val="0"/>
              </a:spcBef>
              <a:defRPr lang="en-US" dirty="0"/>
            </a:lvl4pPr>
            <a:lvl5pPr>
              <a:spcBef>
                <a:spcPts val="0"/>
              </a:spcBef>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05879567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icture with Caption">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20935E8B-BB8A-9B48-4EC5-768D5E3A1DD2}"/>
              </a:ext>
            </a:extLst>
          </p:cNvPr>
          <p:cNvPicPr/>
          <p:nvPr userDrawn="1"/>
        </p:nvPicPr>
        <p:blipFill>
          <a:blip r:embed="rId2">
            <a:extLst>
              <a:ext uri="{28A0092B-C50C-407E-A947-70E740481C1C}">
                <a14:useLocalDpi xmlns:a14="http://schemas.microsoft.com/office/drawing/2010/main" val="0"/>
              </a:ext>
            </a:extLst>
          </a:blip>
          <a:srcRect/>
          <a:stretch/>
        </p:blipFill>
        <p:spPr>
          <a:xfrm flipH="1">
            <a:off x="5649" y="3174"/>
            <a:ext cx="12186352" cy="6854823"/>
          </a:xfrm>
          <a:custGeom>
            <a:avLst/>
            <a:gdLst>
              <a:gd name="csX0" fmla="*/ 7467602 w 12186353"/>
              <a:gd name="csY0" fmla="*/ 454026 h 6854823"/>
              <a:gd name="csX1" fmla="*/ 7467602 w 12186353"/>
              <a:gd name="csY1" fmla="*/ 6397626 h 6854823"/>
              <a:gd name="csX2" fmla="*/ 457203 w 12186353"/>
              <a:gd name="csY2" fmla="*/ 6397626 h 6854823"/>
              <a:gd name="csX3" fmla="*/ 457203 w 12186353"/>
              <a:gd name="csY3" fmla="*/ 454026 h 6854823"/>
              <a:gd name="csX4" fmla="*/ 12186353 w 12186353"/>
              <a:gd name="csY4" fmla="*/ 0 h 6854823"/>
              <a:gd name="csX5" fmla="*/ 0 w 12186353"/>
              <a:gd name="csY5" fmla="*/ 0 h 6854823"/>
              <a:gd name="csX6" fmla="*/ 0 w 12186353"/>
              <a:gd name="csY6" fmla="*/ 6854823 h 6854823"/>
              <a:gd name="csX7" fmla="*/ 12186353 w 12186353"/>
              <a:gd name="csY7" fmla="*/ 6854823 h 68548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2186353" h="6854823">
                <a:moveTo>
                  <a:pt x="7467602" y="454026"/>
                </a:moveTo>
                <a:lnTo>
                  <a:pt x="7467602" y="6397626"/>
                </a:lnTo>
                <a:lnTo>
                  <a:pt x="457203" y="6397626"/>
                </a:lnTo>
                <a:lnTo>
                  <a:pt x="457203" y="454026"/>
                </a:lnTo>
                <a:close/>
                <a:moveTo>
                  <a:pt x="12186353" y="0"/>
                </a:moveTo>
                <a:lnTo>
                  <a:pt x="0" y="0"/>
                </a:lnTo>
                <a:lnTo>
                  <a:pt x="0" y="6854823"/>
                </a:lnTo>
                <a:lnTo>
                  <a:pt x="12186353" y="6854823"/>
                </a:lnTo>
                <a:close/>
              </a:path>
            </a:pathLst>
          </a:custGeom>
        </p:spPr>
      </p:pic>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457200" y="457200"/>
            <a:ext cx="3810000" cy="2971800"/>
          </a:xfrm>
          <a:prstGeom prst="rect">
            <a:avLst/>
          </a:prstGeom>
        </p:spPr>
        <p:txBody>
          <a:bodyPr anchor="t">
            <a:normAutofit/>
          </a:bodyPr>
          <a:lstStyle>
            <a:lvl1pPr>
              <a:defRPr sz="3600"/>
            </a:lvl1pPr>
          </a:lstStyle>
          <a:p>
            <a:r>
              <a:rPr lang="en-US"/>
              <a:t>Click to edit Master title style</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DAB2B00D-D41F-AF4D-9311-8F7464F57478}" type="datetime1">
              <a:rPr lang="en-US" smtClean="0"/>
              <a:t>1/16/2026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r>
              <a:rPr lang="en-US"/>
              <a:t>Sample Footer Text</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457200" y="3810000"/>
            <a:ext cx="3810000" cy="2590800"/>
          </a:xfrm>
        </p:spPr>
        <p:txBody>
          <a:bodyPr anchor="b"/>
          <a:lstStyle>
            <a:lvl1pPr marL="0" indent="0">
              <a:lnSpc>
                <a:spcPct val="100000"/>
              </a:lnSpc>
              <a:spcBef>
                <a:spcPts val="0"/>
              </a:spcBef>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10" name="Picture Placeholder 2">
            <a:extLst>
              <a:ext uri="{FF2B5EF4-FFF2-40B4-BE49-F238E27FC236}">
                <a16:creationId xmlns:a16="http://schemas.microsoft.com/office/drawing/2014/main" id="{0D567F4A-97DA-0A34-ED21-0C003CA8AF5F}"/>
              </a:ext>
            </a:extLst>
          </p:cNvPr>
          <p:cNvSpPr>
            <a:spLocks noGrp="1"/>
          </p:cNvSpPr>
          <p:nvPr>
            <p:ph type="pic" idx="1" hasCustomPrompt="1"/>
          </p:nvPr>
        </p:nvSpPr>
        <p:spPr>
          <a:xfrm>
            <a:off x="4724400" y="457200"/>
            <a:ext cx="7010399" cy="5943600"/>
          </a:xfrm>
          <a:blipFill>
            <a:blip r:embed="rId3" cstate="email">
              <a:alphaModFix amt="60000"/>
              <a:extLst>
                <a:ext uri="{28A0092B-C50C-407E-A947-70E740481C1C}">
                  <a14:useLocalDpi xmlns:a14="http://schemas.microsoft.com/office/drawing/2010/main"/>
                </a:ext>
              </a:extLst>
            </a:blip>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   </a:t>
            </a:r>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1424960928"/>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4087CE1-ACE0-D6A3-D3B7-DF95BF55950D}"/>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199" y="457200"/>
            <a:ext cx="8305801" cy="2971800"/>
          </a:xfrm>
          <a:prstGeom prst="rect">
            <a:avLst/>
          </a:prstGeom>
        </p:spPr>
        <p:txBody>
          <a:bodyPr anchor="b">
            <a:normAutofit/>
          </a:bodyPr>
          <a:lstStyle>
            <a:lvl1pPr>
              <a:defRPr sz="60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ED1D72C-8184-5840-B481-389540A01A17}"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57198" y="3733800"/>
            <a:ext cx="11277599" cy="2666998"/>
          </a:xfrm>
        </p:spPr>
        <p:txBody>
          <a:bodyPr/>
          <a:lstStyle>
            <a:lvl1pPr marL="0" indent="0">
              <a:lnSpc>
                <a:spcPct val="100000"/>
              </a:lnSpc>
              <a:spcBef>
                <a:spcPts val="0"/>
              </a:spcBef>
              <a:buNone/>
              <a:defRPr>
                <a:solidFill>
                  <a:schemeClr val="tx1"/>
                </a:solidFill>
              </a:defRPr>
            </a:lvl1pPr>
            <a:lvl2pPr marL="228600" indent="0">
              <a:lnSpc>
                <a:spcPct val="100000"/>
              </a:lnSpc>
              <a:spcBef>
                <a:spcPts val="0"/>
              </a:spcBef>
              <a:buNone/>
              <a:defRPr>
                <a:solidFill>
                  <a:schemeClr val="tx1"/>
                </a:solidFill>
              </a:defRPr>
            </a:lvl2pPr>
            <a:lvl3pPr marL="457200" indent="0">
              <a:lnSpc>
                <a:spcPct val="100000"/>
              </a:lnSpc>
              <a:spcBef>
                <a:spcPts val="0"/>
              </a:spcBef>
              <a:buNone/>
              <a:defRPr>
                <a:solidFill>
                  <a:schemeClr val="tx1"/>
                </a:solidFill>
              </a:defRPr>
            </a:lvl3pPr>
            <a:lvl4pPr marL="685800" indent="0">
              <a:lnSpc>
                <a:spcPct val="100000"/>
              </a:lnSpc>
              <a:spcBef>
                <a:spcPts val="0"/>
              </a:spcBef>
              <a:buNone/>
              <a:defRPr>
                <a:solidFill>
                  <a:schemeClr val="tx1"/>
                </a:solidFill>
              </a:defRPr>
            </a:lvl4pPr>
            <a:lvl5pPr marL="914400" indent="0">
              <a:lnSpc>
                <a:spcPct val="100000"/>
              </a:lnSpc>
              <a:spcBef>
                <a:spcPts val="0"/>
              </a:spcBef>
              <a:buNone/>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241661672"/>
      </p:ext>
    </p:extLst>
  </p:cSld>
  <p:clrMapOvr>
    <a:overrideClrMapping bg1="lt1" tx1="dk1" bg2="lt2" tx2="dk2" accent1="accent1" accent2="accent2" accent3="accent3" accent4="accent4" accent5="accent5" accent6="accent6" hlink="hlink" folHlink="folHlink"/>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2"/>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DF1DC1-62BC-8F1C-64E5-A5FBEAB8F408}"/>
              </a:ext>
            </a:extLst>
          </p:cNvPr>
          <p:cNvPicPr>
            <a:picLocks noChangeAspect="1"/>
          </p:cNvPicPr>
          <p:nvPr userDrawn="1"/>
        </p:nvPicPr>
        <p:blipFill>
          <a:blip r:embed="rId2">
            <a:extLst>
              <a:ext uri="{28A0092B-C50C-407E-A947-70E740481C1C}">
                <a14:useLocalDpi xmlns:a14="http://schemas.microsoft.com/office/drawing/2010/main" val="0"/>
              </a:ext>
            </a:extLst>
          </a:blip>
          <a:srcRect/>
          <a:stretch/>
        </p:blipFill>
        <p:spPr>
          <a:xfrm>
            <a:off x="5649" y="3174"/>
            <a:ext cx="12186352" cy="6854823"/>
          </a:xfrm>
          <a:prstGeom prst="rect">
            <a:avLst/>
          </a:prstGeom>
        </p:spPr>
      </p:pic>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1" y="457200"/>
            <a:ext cx="5638799" cy="2971800"/>
          </a:xfrm>
          <a:prstGeom prst="rect">
            <a:avLst/>
          </a:prstGeom>
        </p:spPr>
        <p:txBody>
          <a:bodyPr anchor="t">
            <a:noAutofit/>
          </a:bodyPr>
          <a:lstStyle>
            <a:lvl1pPr>
              <a:defRPr sz="6000"/>
            </a:lvl1pPr>
          </a:lstStyle>
          <a:p>
            <a:r>
              <a:rPr lang="en-US"/>
              <a:t>Click to edit Master title style</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FB32C1FE-0BA1-514C-8495-D43A7528783D}" type="datetime1">
              <a:rPr lang="en-US" smtClean="0"/>
              <a:t>1/16/2026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r>
              <a:rPr lang="en-US"/>
              <a:t>Sample Footer Text</a:t>
            </a: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1" y="3810000"/>
            <a:ext cx="8382000" cy="2590800"/>
          </a:xfrm>
        </p:spPr>
        <p:txBody>
          <a:bodyPr anchor="b">
            <a:normAutofit/>
          </a:bodyPr>
          <a:lstStyle>
            <a:lvl1pPr marL="0" indent="0">
              <a:lnSpc>
                <a:spcPct val="100000"/>
              </a:lnSpc>
              <a:spcBef>
                <a:spcPts val="0"/>
              </a:spcBef>
              <a:buNone/>
              <a:defRPr sz="2000"/>
            </a:lvl1pPr>
            <a:lvl2pPr marL="228600" indent="0">
              <a:lnSpc>
                <a:spcPct val="100000"/>
              </a:lnSpc>
              <a:spcBef>
                <a:spcPts val="0"/>
              </a:spcBef>
              <a:buNone/>
              <a:defRPr sz="2000"/>
            </a:lvl2pPr>
            <a:lvl3pPr marL="457200" indent="0">
              <a:lnSpc>
                <a:spcPct val="100000"/>
              </a:lnSpc>
              <a:spcBef>
                <a:spcPts val="0"/>
              </a:spcBef>
              <a:buNone/>
              <a:defRPr sz="2000"/>
            </a:lvl3pPr>
            <a:lvl4pPr marL="685800" indent="0">
              <a:lnSpc>
                <a:spcPct val="100000"/>
              </a:lnSpc>
              <a:spcBef>
                <a:spcPts val="0"/>
              </a:spcBef>
              <a:buNone/>
              <a:defRPr sz="2000"/>
            </a:lvl4pPr>
            <a:lvl5pPr marL="914400" indent="0">
              <a:lnSpc>
                <a:spcPct val="100000"/>
              </a:lnSpc>
              <a:spcBef>
                <a:spcPts val="0"/>
              </a:spcBef>
              <a:buNone/>
              <a:defRPr sz="20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AEAA3239-9EA4-4A65-A281-97F994456D9F}" type="slidenum">
              <a:rPr lang="en-US" smtClean="0"/>
              <a:t>‹#›</a:t>
            </a:fld>
            <a:endParaRPr lang="en-US"/>
          </a:p>
        </p:txBody>
      </p:sp>
    </p:spTree>
    <p:extLst>
      <p:ext uri="{BB962C8B-B14F-4D97-AF65-F5344CB8AC3E}">
        <p14:creationId xmlns:p14="http://schemas.microsoft.com/office/powerpoint/2010/main" val="2913855209"/>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 Type="http://schemas.openxmlformats.org/officeDocument/2006/relationships/slideLayout" Target="../slideLayouts/slideLayout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457200" y="457201"/>
            <a:ext cx="11277600" cy="914400"/>
          </a:xfrm>
          <a:prstGeom prst="rect">
            <a:avLst/>
          </a:prstGeom>
        </p:spPr>
        <p:txBody>
          <a:bodyPr vert="horz" lIns="91440" tIns="45720" rIns="91440" bIns="45720" rtlCol="0" anchor="t">
            <a:normAutofit/>
          </a:bodyPr>
          <a:lstStyle/>
          <a:p>
            <a:r>
              <a:rPr lang="en-US"/>
              <a:t>Click to edit Master title style</a:t>
            </a: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457200" y="1752601"/>
            <a:ext cx="11277599" cy="464819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76200" y="76201"/>
            <a:ext cx="1447800" cy="381000"/>
          </a:xfrm>
          <a:prstGeom prst="rect">
            <a:avLst/>
          </a:prstGeom>
        </p:spPr>
        <p:txBody>
          <a:bodyPr vert="horz" lIns="91440" tIns="45720" rIns="91440" bIns="45720" rtlCol="0" anchor="t"/>
          <a:lstStyle>
            <a:lvl1pPr algn="l" rtl="0">
              <a:defRPr sz="900" b="0" i="0" cap="all" spc="50" baseline="0">
                <a:solidFill>
                  <a:schemeClr val="tx1"/>
                </a:solidFill>
                <a:latin typeface="+mn-lt"/>
              </a:defRPr>
            </a:lvl1pPr>
          </a:lstStyle>
          <a:p>
            <a:fld id="{ABF82D58-E94F-DA46-9A9B-DBAB917AB2DD}" type="datetime1">
              <a:rPr lang="en-US" smtClean="0"/>
              <a:pPr/>
              <a:t>1/16/2026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6096000" y="76201"/>
            <a:ext cx="6019800" cy="381000"/>
          </a:xfrm>
          <a:prstGeom prst="rect">
            <a:avLst/>
          </a:prstGeom>
        </p:spPr>
        <p:txBody>
          <a:bodyPr vert="horz" lIns="91440" tIns="45720" rIns="91440" bIns="45720" rtlCol="0" anchor="t"/>
          <a:lstStyle>
            <a:lvl1pPr algn="r" rtl="0">
              <a:defRPr sz="900" b="0" i="0" cap="all" spc="50" baseline="0">
                <a:solidFill>
                  <a:schemeClr val="tx1"/>
                </a:solidFill>
                <a:latin typeface="+mn-lt"/>
              </a:defRPr>
            </a:lvl1pPr>
          </a:lstStyle>
          <a:p>
            <a:r>
              <a:rPr lang="en-US"/>
              <a:t>Sample Footer Text</a:t>
            </a: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0820400" y="6400800"/>
            <a:ext cx="1295400" cy="381000"/>
          </a:xfrm>
          <a:prstGeom prst="rect">
            <a:avLst/>
          </a:prstGeom>
        </p:spPr>
        <p:txBody>
          <a:bodyPr vert="horz" lIns="91440" tIns="45720" rIns="91440" bIns="45720" rtlCol="0" anchor="b"/>
          <a:lstStyle>
            <a:lvl1pPr algn="r" rtl="0">
              <a:defRPr sz="900" b="0" i="0" cap="all" spc="50" baseline="0">
                <a:solidFill>
                  <a:schemeClr val="tx1"/>
                </a:solidFill>
                <a:latin typeface="+mn-lt"/>
              </a:defRPr>
            </a:lvl1pPr>
          </a:lstStyle>
          <a:p>
            <a:fld id="{AEAA3239-9EA4-4A65-A281-97F994456D9F}" type="slidenum">
              <a:rPr lang="en-US" smtClean="0"/>
              <a:pPr/>
              <a:t>‹#›</a:t>
            </a:fld>
            <a:endParaRPr lang="en-US"/>
          </a:p>
        </p:txBody>
      </p:sp>
    </p:spTree>
    <p:extLst>
      <p:ext uri="{BB962C8B-B14F-4D97-AF65-F5344CB8AC3E}">
        <p14:creationId xmlns:p14="http://schemas.microsoft.com/office/powerpoint/2010/main" val="215406036"/>
      </p:ext>
    </p:extLst>
  </p:cSld>
  <p:clrMap bg1="lt1" tx1="dk1" bg2="lt2" tx2="dk2" accent1="accent1" accent2="accent2" accent3="accent3" accent4="accent4" accent5="accent5" accent6="accent6" hlink="hlink" folHlink="folHlink"/>
  <p:sldLayoutIdLst>
    <p:sldLayoutId id="2147483980" r:id="rId1"/>
    <p:sldLayoutId id="2147483981" r:id="rId2"/>
    <p:sldLayoutId id="2147483982" r:id="rId3"/>
    <p:sldLayoutId id="2147483983" r:id="rId4"/>
    <p:sldLayoutId id="2147483984" r:id="rId5"/>
    <p:sldLayoutId id="2147483985" r:id="rId6"/>
    <p:sldLayoutId id="2147483986" r:id="rId7"/>
    <p:sldLayoutId id="2147483987" r:id="rId8"/>
    <p:sldLayoutId id="2147483988" r:id="rId9"/>
    <p:sldLayoutId id="2147483989" r:id="rId10"/>
    <p:sldLayoutId id="2147483990" r:id="rId11"/>
    <p:sldLayoutId id="2147483991" r:id="rId12"/>
    <p:sldLayoutId id="2147483992" r:id="rId13"/>
    <p:sldLayoutId id="2147483993" r:id="rId14"/>
    <p:sldLayoutId id="2147483994" r:id="rId15"/>
    <p:sldLayoutId id="2147483995" r:id="rId16"/>
    <p:sldLayoutId id="2147483996" r:id="rId17"/>
    <p:sldLayoutId id="2147483997" r:id="rId18"/>
    <p:sldLayoutId id="2147483998" r:id="rId19"/>
    <p:sldLayoutId id="2147483999" r:id="rId20"/>
    <p:sldLayoutId id="2147484000" r:id="rId21"/>
    <p:sldLayoutId id="2147484001" r:id="rId22"/>
    <p:sldLayoutId id="2147484002" r:id="rId23"/>
    <p:sldLayoutId id="2147484003" r:id="rId24"/>
    <p:sldLayoutId id="2147484004" r:id="rId25"/>
    <p:sldLayoutId id="2147484005" r:id="rId26"/>
    <p:sldLayoutId id="2147484006" r:id="rId27"/>
    <p:sldLayoutId id="2147484007" r:id="rId28"/>
    <p:sldLayoutId id="2147484008" r:id="rId29"/>
    <p:sldLayoutId id="2147484009" r:id="rId30"/>
    <p:sldLayoutId id="2147484010" r:id="rId31"/>
    <p:sldLayoutId id="2147484011" r:id="rId32"/>
    <p:sldLayoutId id="2147484012" r:id="rId33"/>
    <p:sldLayoutId id="2147484013" r:id="rId34"/>
    <p:sldLayoutId id="2147484014" r:id="rId35"/>
    <p:sldLayoutId id="2147484015" r:id="rId36"/>
    <p:sldLayoutId id="2147484016" r:id="rId37"/>
    <p:sldLayoutId id="2147484017" r:id="rId38"/>
    <p:sldLayoutId id="2147484018" r:id="rId39"/>
    <p:sldLayoutId id="2147484019" r:id="rId40"/>
    <p:sldLayoutId id="2147484020" r:id="rId41"/>
    <p:sldLayoutId id="2147484021" r:id="rId42"/>
    <p:sldLayoutId id="2147484022" r:id="rId43"/>
    <p:sldLayoutId id="2147484023" r:id="rId44"/>
    <p:sldLayoutId id="2147484024" r:id="rId45"/>
    <p:sldLayoutId id="2147484025" r:id="rId46"/>
    <p:sldLayoutId id="2147484026" r:id="rId47"/>
    <p:sldLayoutId id="2147484027" r:id="rId48"/>
    <p:sldLayoutId id="2147484028" r:id="rId49"/>
    <p:sldLayoutId id="2147484029" r:id="rId50"/>
    <p:sldLayoutId id="2147484030" r:id="rId51"/>
    <p:sldLayoutId id="2147484031" r:id="rId52"/>
    <p:sldLayoutId id="2147484032" r:id="rId53"/>
  </p:sldLayoutIdLst>
  <p:hf sldNum="0" hdr="0" ftr="0" dt="0"/>
  <p:txStyles>
    <p:titleStyle>
      <a:lvl1pPr algn="l" defTabSz="914400" rtl="0" eaLnBrk="1" latinLnBrk="0" hangingPunct="1">
        <a:lnSpc>
          <a:spcPct val="80000"/>
        </a:lnSpc>
        <a:spcBef>
          <a:spcPct val="0"/>
        </a:spcBef>
        <a:buNone/>
        <a:defRPr sz="3600" b="0" kern="1200" spc="0" baseline="0">
          <a:solidFill>
            <a:schemeClr val="tx1"/>
          </a:solidFill>
          <a:latin typeface="+mj-lt"/>
          <a:ea typeface="+mj-ea"/>
          <a:cs typeface="Biome" panose="020B0503030204020804" pitchFamily="34" charset="0"/>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b="0" i="0" kern="120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b="0" i="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3" orient="horz" pos="2160" userDrawn="1">
          <p15:clr>
            <a:srgbClr val="F26B43"/>
          </p15:clr>
        </p15:guide>
        <p15:guide id="24" pos="3840" userDrawn="1">
          <p15:clr>
            <a:srgbClr val="F26B43"/>
          </p15:clr>
        </p15:guide>
        <p15:guide id="31" orient="horz" pos="48" userDrawn="1">
          <p15:clr>
            <a:srgbClr val="F26B43"/>
          </p15:clr>
        </p15:guide>
        <p15:guide id="32" orient="horz" pos="4272" userDrawn="1">
          <p15:clr>
            <a:srgbClr val="F26B43"/>
          </p15:clr>
        </p15:guide>
        <p15:guide id="33" pos="48" userDrawn="1">
          <p15:clr>
            <a:srgbClr val="F26B43"/>
          </p15:clr>
        </p15:guide>
        <p15:guide id="34" pos="7632" userDrawn="1">
          <p15:clr>
            <a:srgbClr val="F26B43"/>
          </p15:clr>
        </p15:guide>
        <p15:guide id="35" orient="horz" pos="288" userDrawn="1">
          <p15:clr>
            <a:srgbClr val="F26B43"/>
          </p15:clr>
        </p15:guide>
        <p15:guide id="36" orient="horz" pos="4032" userDrawn="1">
          <p15:clr>
            <a:srgbClr val="F26B43"/>
          </p15:clr>
        </p15:guide>
        <p15:guide id="37" pos="7392" userDrawn="1">
          <p15:clr>
            <a:srgbClr val="F26B43"/>
          </p15:clr>
        </p15:guide>
        <p15:guide id="38" pos="288"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9.xml"/></Relationships>
</file>

<file path=ppt/slides/_rels/slide3.xml.rels><?xml version="1.0" encoding="UTF-8" standalone="yes"?>
<Relationships xmlns="http://schemas.openxmlformats.org/package/2006/relationships"><Relationship Id="rId3" Type="http://schemas.openxmlformats.org/officeDocument/2006/relationships/image" Target="../media/image45.jpeg"/><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3" Type="http://schemas.openxmlformats.org/officeDocument/2006/relationships/image" Target="../media/image47.jpeg"/><Relationship Id="rId2" Type="http://schemas.openxmlformats.org/officeDocument/2006/relationships/notesSlide" Target="../notesSlides/notesSlide7.xml"/><Relationship Id="rId1" Type="http://schemas.openxmlformats.org/officeDocument/2006/relationships/slideLayout" Target="../slideLayouts/slideLayout35.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9.xml"/><Relationship Id="rId1" Type="http://schemas.openxmlformats.org/officeDocument/2006/relationships/slideLayout" Target="../slideLayouts/slideLayout3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3" Type="http://schemas.openxmlformats.org/officeDocument/2006/relationships/image" Target="../media/image49.jpeg"/><Relationship Id="rId2" Type="http://schemas.openxmlformats.org/officeDocument/2006/relationships/notesSlide" Target="../notesSlides/notesSlide11.xml"/><Relationship Id="rId1" Type="http://schemas.openxmlformats.org/officeDocument/2006/relationships/slideLayout" Target="../slideLayouts/slideLayout35.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0.xml"/></Relationships>
</file>

<file path=ppt/slides/_rels/slide13.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13.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FF3BE-BFA3-C0C9-6B65-E822C179ED07}"/>
              </a:ext>
            </a:extLst>
          </p:cNvPr>
          <p:cNvSpPr>
            <a:spLocks noGrp="1"/>
          </p:cNvSpPr>
          <p:nvPr>
            <p:ph type="ctrTitle"/>
          </p:nvPr>
        </p:nvSpPr>
        <p:spPr>
          <a:xfrm>
            <a:off x="457200" y="457200"/>
            <a:ext cx="3886198" cy="4513974"/>
          </a:xfrm>
        </p:spPr>
        <p:txBody>
          <a:bodyPr anchor="t">
            <a:normAutofit/>
          </a:bodyPr>
          <a:lstStyle/>
          <a:p>
            <a:r>
              <a:rPr lang="en-US"/>
              <a:t>Web-Based Product Expiration Monitoring and Inventory Management System</a:t>
            </a:r>
          </a:p>
        </p:txBody>
      </p:sp>
      <p:sp>
        <p:nvSpPr>
          <p:cNvPr id="3" name="Subtitle 2">
            <a:extLst>
              <a:ext uri="{FF2B5EF4-FFF2-40B4-BE49-F238E27FC236}">
                <a16:creationId xmlns:a16="http://schemas.microsoft.com/office/drawing/2014/main" id="{7F6194D9-F36F-0D6C-09F7-E2A885971556}"/>
              </a:ext>
            </a:extLst>
          </p:cNvPr>
          <p:cNvSpPr>
            <a:spLocks noGrp="1"/>
          </p:cNvSpPr>
          <p:nvPr>
            <p:ph type="subTitle" idx="1"/>
          </p:nvPr>
        </p:nvSpPr>
        <p:spPr>
          <a:xfrm>
            <a:off x="457199" y="5425200"/>
            <a:ext cx="3886200" cy="975600"/>
          </a:xfrm>
        </p:spPr>
        <p:txBody>
          <a:bodyPr anchor="b">
            <a:normAutofit/>
          </a:bodyPr>
          <a:lstStyle/>
          <a:p>
            <a:pPr>
              <a:spcAft>
                <a:spcPts val="600"/>
              </a:spcAft>
            </a:pPr>
            <a:r>
              <a:rPr lang="en-US"/>
              <a:t>Efficiently track and manage product expiration dates online</a:t>
            </a:r>
          </a:p>
        </p:txBody>
      </p:sp>
      <p:pic>
        <p:nvPicPr>
          <p:cNvPr id="4" name="Picture 3" descr="A laptop screen on the desk in an industrial factory.">
            <a:extLst>
              <a:ext uri="{FF2B5EF4-FFF2-40B4-BE49-F238E27FC236}">
                <a16:creationId xmlns:a16="http://schemas.microsoft.com/office/drawing/2014/main" id="{478E0E38-4B13-47AB-B28F-6C5F4F639368}"/>
              </a:ext>
            </a:extLst>
          </p:cNvPr>
          <p:cNvPicPr>
            <a:picLocks noChangeAspect="1"/>
          </p:cNvPicPr>
          <p:nvPr/>
        </p:nvPicPr>
        <p:blipFill>
          <a:blip r:embed="rId3"/>
          <a:srcRect l="9059" r="7966" b="1"/>
          <a:stretch>
            <a:fillRect/>
          </a:stretch>
        </p:blipFill>
        <p:spPr>
          <a:xfrm>
            <a:off x="4794950" y="457200"/>
            <a:ext cx="7388352" cy="5943600"/>
          </a:xfrm>
          <a:prstGeom prst="rect">
            <a:avLst/>
          </a:prstGeom>
        </p:spPr>
      </p:pic>
    </p:spTree>
    <p:extLst>
      <p:ext uri="{BB962C8B-B14F-4D97-AF65-F5344CB8AC3E}">
        <p14:creationId xmlns:p14="http://schemas.microsoft.com/office/powerpoint/2010/main" val="90537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par>
                                <p:cTn id="11" presetID="10" presetClass="entr" presetSubtype="0" fill="hold" grpId="1" nodeType="withEffect">
                                  <p:stCondLst>
                                    <p:cond delay="250"/>
                                  </p:stCondLst>
                                  <p:iterate type="lt">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175548-2916-716B-7752-74577E125DFA}"/>
              </a:ext>
            </a:extLst>
          </p:cNvPr>
          <p:cNvSpPr>
            <a:spLocks noGrp="1"/>
          </p:cNvSpPr>
          <p:nvPr>
            <p:ph type="ctrTitle"/>
          </p:nvPr>
        </p:nvSpPr>
        <p:spPr>
          <a:xfrm>
            <a:off x="457199" y="457200"/>
            <a:ext cx="7845553" cy="6172200"/>
          </a:xfrm>
        </p:spPr>
        <p:txBody>
          <a:bodyPr anchor="b">
            <a:normAutofit/>
          </a:bodyPr>
          <a:lstStyle/>
          <a:p>
            <a:r>
              <a:rPr lang="en-US"/>
              <a:t>Project Overview</a:t>
            </a:r>
          </a:p>
        </p:txBody>
      </p:sp>
    </p:spTree>
    <p:extLst>
      <p:ext uri="{BB962C8B-B14F-4D97-AF65-F5344CB8AC3E}">
        <p14:creationId xmlns:p14="http://schemas.microsoft.com/office/powerpoint/2010/main" val="7028832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D6C979-BB56-CACB-77DE-A6E79853B200}"/>
              </a:ext>
            </a:extLst>
          </p:cNvPr>
          <p:cNvSpPr>
            <a:spLocks noGrp="1"/>
          </p:cNvSpPr>
          <p:nvPr>
            <p:ph type="title"/>
          </p:nvPr>
        </p:nvSpPr>
        <p:spPr>
          <a:xfrm>
            <a:off x="457200" y="457201"/>
            <a:ext cx="5029200" cy="1519083"/>
          </a:xfrm>
        </p:spPr>
        <p:txBody>
          <a:bodyPr anchor="t">
            <a:normAutofit/>
          </a:bodyPr>
          <a:lstStyle/>
          <a:p>
            <a:r>
              <a:rPr lang="en-US"/>
              <a:t>Project Title and Introduction</a:t>
            </a:r>
          </a:p>
        </p:txBody>
      </p:sp>
      <p:pic>
        <p:nvPicPr>
          <p:cNvPr id="5" name="Content Placeholder 4" descr="Aisle for toiletries and hygiene items">
            <a:extLst>
              <a:ext uri="{FF2B5EF4-FFF2-40B4-BE49-F238E27FC236}">
                <a16:creationId xmlns:a16="http://schemas.microsoft.com/office/drawing/2014/main" id="{DB9C77A7-D6BD-41E6-B284-C7E06B3F9533}"/>
              </a:ext>
            </a:extLst>
          </p:cNvPr>
          <p:cNvPicPr>
            <a:picLocks noGrp="1" noChangeAspect="1"/>
          </p:cNvPicPr>
          <p:nvPr>
            <p:ph type="pic" sz="quarter" idx="13"/>
          </p:nvPr>
        </p:nvPicPr>
        <p:blipFill>
          <a:blip r:embed="rId3"/>
          <a:srcRect l="20509" r="17304" b="2"/>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055CCBDC-D8E1-C38C-30D2-FBFEF0307457}"/>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Problem of Expired Products</a:t>
            </a:r>
          </a:p>
          <a:p>
            <a:pPr marL="0" lvl="1" indent="0">
              <a:spcAft>
                <a:spcPts val="600"/>
              </a:spcAft>
              <a:buFont typeface="Arial" panose="020B0604020202020204" pitchFamily="34" charset="0"/>
              <a:buNone/>
            </a:pPr>
            <a:r>
              <a:t>Expired products pose health risks and financial losses, highlighting the need for effective inventory monitoring.</a:t>
            </a:r>
            <a:endParaRPr lang="en-US"/>
          </a:p>
          <a:p>
            <a:pPr marL="0" indent="0">
              <a:spcBef>
                <a:spcPts val="2500"/>
              </a:spcBef>
              <a:spcAft>
                <a:spcPts val="600"/>
              </a:spcAft>
              <a:buFont typeface="Arial" panose="020B0604020202020204" pitchFamily="34" charset="0"/>
              <a:buNone/>
            </a:pPr>
            <a:r>
              <a:rPr lang="en-US" b="1"/>
              <a:t>Automated Inventory Management</a:t>
            </a:r>
          </a:p>
          <a:p>
            <a:pPr marL="0" lvl="1" indent="0">
              <a:spcAft>
                <a:spcPts val="600"/>
              </a:spcAft>
              <a:buFont typeface="Arial" panose="020B0604020202020204" pitchFamily="34" charset="0"/>
              <a:buNone/>
            </a:pPr>
            <a:r>
              <a:t>The system automates tracking and alerts to reduce errors and improve inventory control.</a:t>
            </a:r>
            <a:endParaRPr lang="en-US"/>
          </a:p>
          <a:p>
            <a:pPr marL="0" indent="0">
              <a:spcBef>
                <a:spcPts val="2500"/>
              </a:spcBef>
              <a:spcAft>
                <a:spcPts val="600"/>
              </a:spcAft>
              <a:buFont typeface="Arial" panose="020B0604020202020204" pitchFamily="34" charset="0"/>
              <a:buNone/>
            </a:pPr>
            <a:r>
              <a:rPr lang="en-US" b="1"/>
              <a:t>Technical Implementation</a:t>
            </a:r>
          </a:p>
          <a:p>
            <a:pPr marL="0" lvl="1" indent="0">
              <a:spcAft>
                <a:spcPts val="600"/>
              </a:spcAft>
              <a:buFont typeface="Arial" panose="020B0604020202020204" pitchFamily="34" charset="0"/>
              <a:buNone/>
            </a:pPr>
            <a:r>
              <a:t>Built with Spring Boot, HTML5, and PostgreSQL to ensure robustness, scalability, and responsive design.</a:t>
            </a:r>
            <a:endParaRPr lang="en-US"/>
          </a:p>
          <a:p>
            <a:pPr marL="0" indent="0">
              <a:spcBef>
                <a:spcPts val="2500"/>
              </a:spcBef>
              <a:spcAft>
                <a:spcPts val="600"/>
              </a:spcAft>
              <a:buFont typeface="Arial" panose="020B0604020202020204" pitchFamily="34" charset="0"/>
              <a:buNone/>
            </a:pPr>
            <a:r>
              <a:rPr lang="en-US" b="1"/>
              <a:t>Benefits and Goals</a:t>
            </a:r>
          </a:p>
          <a:p>
            <a:pPr marL="0" lvl="1" indent="0">
              <a:spcAft>
                <a:spcPts val="600"/>
              </a:spcAft>
              <a:buFont typeface="Arial" panose="020B0604020202020204" pitchFamily="34" charset="0"/>
              <a:buNone/>
            </a:pPr>
            <a:r>
              <a:t>Enhances decision-making, streamlines stock management, and promotes consumer safety through automation.</a:t>
            </a:r>
            <a:endParaRPr lang="en-US"/>
          </a:p>
        </p:txBody>
      </p:sp>
    </p:spTree>
    <p:extLst>
      <p:ext uri="{BB962C8B-B14F-4D97-AF65-F5344CB8AC3E}">
        <p14:creationId xmlns:p14="http://schemas.microsoft.com/office/powerpoint/2010/main" val="243367708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ADE35A-CDE6-60C2-9B1B-9A9858330EAB}"/>
              </a:ext>
            </a:extLst>
          </p:cNvPr>
          <p:cNvSpPr>
            <a:spLocks noGrp="1"/>
          </p:cNvSpPr>
          <p:nvPr>
            <p:ph type="ctrTitle"/>
          </p:nvPr>
        </p:nvSpPr>
        <p:spPr>
          <a:xfrm>
            <a:off x="457199" y="457200"/>
            <a:ext cx="7845553" cy="6172200"/>
          </a:xfrm>
        </p:spPr>
        <p:txBody>
          <a:bodyPr anchor="b">
            <a:normAutofit/>
          </a:bodyPr>
          <a:lstStyle/>
          <a:p>
            <a:r>
              <a:rPr lang="en-US"/>
              <a:t>Project Objectives</a:t>
            </a:r>
          </a:p>
        </p:txBody>
      </p:sp>
    </p:spTree>
    <p:extLst>
      <p:ext uri="{BB962C8B-B14F-4D97-AF65-F5344CB8AC3E}">
        <p14:creationId xmlns:p14="http://schemas.microsoft.com/office/powerpoint/2010/main" val="3099861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20072B-7CB7-4632-292A-17584710C38E}"/>
              </a:ext>
            </a:extLst>
          </p:cNvPr>
          <p:cNvSpPr>
            <a:spLocks noGrp="1"/>
          </p:cNvSpPr>
          <p:nvPr>
            <p:ph type="title"/>
          </p:nvPr>
        </p:nvSpPr>
        <p:spPr>
          <a:xfrm>
            <a:off x="4480561" y="457200"/>
            <a:ext cx="7254240" cy="1173708"/>
          </a:xfrm>
        </p:spPr>
        <p:txBody>
          <a:bodyPr anchor="b">
            <a:normAutofit/>
          </a:bodyPr>
          <a:lstStyle/>
          <a:p>
            <a:r>
              <a:rPr lang="en-US"/>
              <a:t>Specific Goals of the System</a:t>
            </a:r>
          </a:p>
        </p:txBody>
      </p:sp>
      <p:pic>
        <p:nvPicPr>
          <p:cNvPr id="5" name="Content Placeholder 4" descr="Login web form">
            <a:extLst>
              <a:ext uri="{FF2B5EF4-FFF2-40B4-BE49-F238E27FC236}">
                <a16:creationId xmlns:a16="http://schemas.microsoft.com/office/drawing/2014/main" id="{2965C9F3-52D1-468C-8DAE-96EE1A0400F6}"/>
              </a:ext>
            </a:extLst>
          </p:cNvPr>
          <p:cNvPicPr>
            <a:picLocks noGrp="1" noChangeAspect="1"/>
          </p:cNvPicPr>
          <p:nvPr>
            <p:ph type="pic" sz="quarter" idx="13"/>
          </p:nvPr>
        </p:nvPicPr>
        <p:blipFill>
          <a:blip r:embed="rId3"/>
          <a:srcRect l="28936" r="23680" b="-1"/>
          <a:stretch>
            <a:fillRect/>
          </a:stretch>
        </p:blipFill>
        <p:spPr>
          <a:xfrm>
            <a:off x="20" y="457199"/>
            <a:ext cx="4023340" cy="5943601"/>
          </a:xfrm>
        </p:spPr>
      </p:pic>
      <p:sp>
        <p:nvSpPr>
          <p:cNvPr id="4" name="Content Placeholder 3">
            <a:extLst>
              <a:ext uri="{FF2B5EF4-FFF2-40B4-BE49-F238E27FC236}">
                <a16:creationId xmlns:a16="http://schemas.microsoft.com/office/drawing/2014/main" id="{F511DF1E-D934-C141-9F89-DC4E83B7717A}"/>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4480560" y="2088108"/>
            <a:ext cx="7254240" cy="4312692"/>
          </a:xfrm>
        </p:spPr>
        <p:txBody>
          <a:bodyPr>
            <a:normAutofit/>
          </a:bodyPr>
          <a:lstStyle/>
          <a:p>
            <a:pPr marL="0" indent="0">
              <a:spcBef>
                <a:spcPts val="2500"/>
              </a:spcBef>
              <a:spcAft>
                <a:spcPts val="600"/>
              </a:spcAft>
              <a:buFont typeface="Arial" panose="020B0604020202020204" pitchFamily="34" charset="0"/>
              <a:buNone/>
            </a:pPr>
            <a:r>
              <a:rPr lang="en-US" sz="1300" b="1"/>
              <a:t>Intuitive Inventory Platform</a:t>
            </a:r>
          </a:p>
          <a:p>
            <a:pPr marL="0" lvl="1" indent="0">
              <a:spcAft>
                <a:spcPts val="600"/>
              </a:spcAft>
              <a:buFont typeface="Arial" panose="020B0604020202020204" pitchFamily="34" charset="0"/>
              <a:buNone/>
            </a:pPr>
            <a:r>
              <a:rPr lang="en-US" sz="1300"/>
              <a:t>Develop a user-friendly web platform using Spring Boot and PostgreSQL for efficient inventory management.</a:t>
            </a:r>
          </a:p>
          <a:p>
            <a:pPr marL="0" indent="0">
              <a:spcBef>
                <a:spcPts val="2500"/>
              </a:spcBef>
              <a:spcAft>
                <a:spcPts val="600"/>
              </a:spcAft>
              <a:buFont typeface="Arial" panose="020B0604020202020204" pitchFamily="34" charset="0"/>
              <a:buNone/>
            </a:pPr>
            <a:r>
              <a:rPr lang="en-US" sz="1300" b="1"/>
              <a:t>Product and Batch Tracking</a:t>
            </a:r>
          </a:p>
          <a:p>
            <a:pPr marL="0" lvl="1" indent="0">
              <a:spcAft>
                <a:spcPts val="600"/>
              </a:spcAft>
              <a:buFont typeface="Arial" panose="020B0604020202020204" pitchFamily="34" charset="0"/>
              <a:buNone/>
            </a:pPr>
            <a:r>
              <a:rPr lang="en-US" sz="1300"/>
              <a:t>Maintain detailed product records and implement batch tracking to monitor product lifecycle precisely.</a:t>
            </a:r>
          </a:p>
          <a:p>
            <a:pPr marL="0" indent="0">
              <a:spcBef>
                <a:spcPts val="2500"/>
              </a:spcBef>
              <a:spcAft>
                <a:spcPts val="600"/>
              </a:spcAft>
              <a:buFont typeface="Arial" panose="020B0604020202020204" pitchFamily="34" charset="0"/>
              <a:buNone/>
            </a:pPr>
            <a:r>
              <a:rPr lang="en-US" sz="1300" b="1"/>
              <a:t>Expiry Detection and Alerts</a:t>
            </a:r>
          </a:p>
          <a:p>
            <a:pPr marL="0" lvl="1" indent="0">
              <a:spcAft>
                <a:spcPts val="600"/>
              </a:spcAft>
              <a:buFont typeface="Arial" panose="020B0604020202020204" pitchFamily="34" charset="0"/>
              <a:buNone/>
            </a:pPr>
            <a:r>
              <a:rPr lang="en-US" sz="1300"/>
              <a:t>Automatically detect expired and near-expiry products and generate timely alerts to minimize losses.</a:t>
            </a:r>
          </a:p>
          <a:p>
            <a:pPr marL="0" indent="0">
              <a:spcBef>
                <a:spcPts val="2500"/>
              </a:spcBef>
              <a:spcAft>
                <a:spcPts val="600"/>
              </a:spcAft>
              <a:buFont typeface="Arial" panose="020B0604020202020204" pitchFamily="34" charset="0"/>
              <a:buNone/>
            </a:pPr>
            <a:r>
              <a:rPr lang="en-US" sz="1300" b="1"/>
              <a:t>Real-Time Insights Dashboard</a:t>
            </a:r>
          </a:p>
          <a:p>
            <a:pPr marL="0" lvl="1" indent="0">
              <a:spcAft>
                <a:spcPts val="600"/>
              </a:spcAft>
              <a:buFont typeface="Arial" panose="020B0604020202020204" pitchFamily="34" charset="0"/>
              <a:buNone/>
            </a:pPr>
            <a:r>
              <a:rPr lang="en-US" sz="1300"/>
              <a:t>Provide a dashboard offering real-time inventory data, financial loss calculations, and proactive management tools.</a:t>
            </a:r>
          </a:p>
        </p:txBody>
      </p:sp>
    </p:spTree>
    <p:extLst>
      <p:ext uri="{BB962C8B-B14F-4D97-AF65-F5344CB8AC3E}">
        <p14:creationId xmlns:p14="http://schemas.microsoft.com/office/powerpoint/2010/main" val="23820268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13EAF-FB22-C8DF-3258-811CB615DD6D}"/>
              </a:ext>
            </a:extLst>
          </p:cNvPr>
          <p:cNvSpPr>
            <a:spLocks noGrp="1"/>
          </p:cNvSpPr>
          <p:nvPr>
            <p:ph type="ctrTitle"/>
          </p:nvPr>
        </p:nvSpPr>
        <p:spPr>
          <a:xfrm>
            <a:off x="457199" y="457200"/>
            <a:ext cx="7845553" cy="6172200"/>
          </a:xfrm>
        </p:spPr>
        <p:txBody>
          <a:bodyPr anchor="b">
            <a:normAutofit/>
          </a:bodyPr>
          <a:lstStyle/>
          <a:p>
            <a:r>
              <a:rPr lang="en-US"/>
              <a:t>Scope and Limitations</a:t>
            </a:r>
          </a:p>
        </p:txBody>
      </p:sp>
    </p:spTree>
    <p:extLst>
      <p:ext uri="{BB962C8B-B14F-4D97-AF65-F5344CB8AC3E}">
        <p14:creationId xmlns:p14="http://schemas.microsoft.com/office/powerpoint/2010/main" val="33535716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BF18B6-C2C5-B940-8076-2CC3006E6D62}"/>
              </a:ext>
            </a:extLst>
          </p:cNvPr>
          <p:cNvSpPr>
            <a:spLocks noGrp="1"/>
          </p:cNvSpPr>
          <p:nvPr>
            <p:ph type="title"/>
          </p:nvPr>
        </p:nvSpPr>
        <p:spPr>
          <a:xfrm>
            <a:off x="457200" y="457201"/>
            <a:ext cx="5029200" cy="1519083"/>
          </a:xfrm>
        </p:spPr>
        <p:txBody>
          <a:bodyPr anchor="t">
            <a:normAutofit/>
          </a:bodyPr>
          <a:lstStyle/>
          <a:p>
            <a:r>
              <a:rPr lang="en-US"/>
              <a:t>System Coverage and Constraints</a:t>
            </a:r>
          </a:p>
        </p:txBody>
      </p:sp>
      <p:pic>
        <p:nvPicPr>
          <p:cNvPr id="5" name="Content Placeholder 4" descr="Businesswoman using digital tablet with online shopping process icons on blackboard">
            <a:extLst>
              <a:ext uri="{FF2B5EF4-FFF2-40B4-BE49-F238E27FC236}">
                <a16:creationId xmlns:a16="http://schemas.microsoft.com/office/drawing/2014/main" id="{05AC50DC-688F-4490-BD43-8946CE4BFD48}"/>
              </a:ext>
            </a:extLst>
          </p:cNvPr>
          <p:cNvPicPr>
            <a:picLocks noGrp="1" noChangeAspect="1"/>
          </p:cNvPicPr>
          <p:nvPr>
            <p:ph type="pic" sz="quarter" idx="13"/>
          </p:nvPr>
        </p:nvPicPr>
        <p:blipFill>
          <a:blip r:embed="rId3"/>
          <a:srcRect l="10414" r="6563" b="-2"/>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B5E91F26-70E4-0BFD-27ED-3634F220255D}"/>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Project Scope and Features</a:t>
            </a:r>
          </a:p>
          <a:p>
            <a:pPr marL="0" lvl="1" indent="0">
              <a:spcAft>
                <a:spcPts val="600"/>
              </a:spcAft>
              <a:buFont typeface="Arial" panose="020B0604020202020204" pitchFamily="34" charset="0"/>
              <a:buNone/>
            </a:pPr>
            <a:r>
              <a:t>The system offers web access with inventory management, batch tracking, expiration monitoring, alerts, and loss calculation.</a:t>
            </a:r>
            <a:endParaRPr lang="en-US"/>
          </a:p>
          <a:p>
            <a:pPr marL="0" indent="0">
              <a:spcBef>
                <a:spcPts val="2500"/>
              </a:spcBef>
              <a:spcAft>
                <a:spcPts val="600"/>
              </a:spcAft>
              <a:buFont typeface="Arial" panose="020B0604020202020204" pitchFamily="34" charset="0"/>
              <a:buNone/>
            </a:pPr>
            <a:r>
              <a:rPr lang="en-US" b="1"/>
              <a:t>Technology Stack</a:t>
            </a:r>
          </a:p>
          <a:p>
            <a:pPr marL="0" lvl="1" indent="0">
              <a:spcAft>
                <a:spcPts val="600"/>
              </a:spcAft>
              <a:buFont typeface="Arial" panose="020B0604020202020204" pitchFamily="34" charset="0"/>
              <a:buNone/>
            </a:pPr>
            <a:r>
              <a:t>Uses Spring Boot backend, HTML5 frontend, and PostgreSQL database for secure, reliable system performance.</a:t>
            </a:r>
            <a:endParaRPr lang="en-US"/>
          </a:p>
          <a:p>
            <a:pPr marL="0" indent="0">
              <a:spcBef>
                <a:spcPts val="2500"/>
              </a:spcBef>
              <a:spcAft>
                <a:spcPts val="600"/>
              </a:spcAft>
              <a:buFont typeface="Arial" panose="020B0604020202020204" pitchFamily="34" charset="0"/>
              <a:buNone/>
            </a:pPr>
            <a:r>
              <a:rPr lang="en-US" b="1"/>
              <a:t>System Limitations</a:t>
            </a:r>
          </a:p>
          <a:p>
            <a:pPr marL="0" lvl="1" indent="0">
              <a:spcAft>
                <a:spcPts val="600"/>
              </a:spcAft>
              <a:buFont typeface="Arial" panose="020B0604020202020204" pitchFamily="34" charset="0"/>
              <a:buNone/>
            </a:pPr>
            <a:r>
              <a:t>Relies on manual data entry, lacks physical spoilage detection, requires internet, and misses barcode scanning and predictive analytics.</a:t>
            </a:r>
            <a:endParaRPr lang="en-US"/>
          </a:p>
          <a:p>
            <a:pPr marL="0" indent="0">
              <a:spcBef>
                <a:spcPts val="2500"/>
              </a:spcBef>
              <a:spcAft>
                <a:spcPts val="600"/>
              </a:spcAft>
              <a:buFont typeface="Arial" panose="020B0604020202020204" pitchFamily="34" charset="0"/>
              <a:buNone/>
            </a:pPr>
            <a:r>
              <a:rPr lang="en-US" b="1"/>
              <a:t>Future Enhancements</a:t>
            </a:r>
          </a:p>
          <a:p>
            <a:pPr marL="0" lvl="1" indent="0">
              <a:spcAft>
                <a:spcPts val="600"/>
              </a:spcAft>
              <a:buFont typeface="Arial" panose="020B0604020202020204" pitchFamily="34" charset="0"/>
              <a:buNone/>
            </a:pPr>
            <a:r>
              <a:t>Potential upgrades include mobile app integration, barcode scanning, and AI-based predictive stock management.</a:t>
            </a:r>
            <a:endParaRPr lang="en-US"/>
          </a:p>
        </p:txBody>
      </p:sp>
    </p:spTree>
    <p:extLst>
      <p:ext uri="{BB962C8B-B14F-4D97-AF65-F5344CB8AC3E}">
        <p14:creationId xmlns:p14="http://schemas.microsoft.com/office/powerpoint/2010/main" val="305182386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13DBE9-295E-8301-3149-FE2525521A4F}"/>
              </a:ext>
            </a:extLst>
          </p:cNvPr>
          <p:cNvSpPr>
            <a:spLocks noGrp="1"/>
          </p:cNvSpPr>
          <p:nvPr>
            <p:ph type="ctrTitle"/>
          </p:nvPr>
        </p:nvSpPr>
        <p:spPr>
          <a:xfrm>
            <a:off x="457199" y="457200"/>
            <a:ext cx="9982201" cy="6172200"/>
          </a:xfrm>
        </p:spPr>
        <p:txBody>
          <a:bodyPr anchor="b">
            <a:normAutofit/>
          </a:bodyPr>
          <a:lstStyle/>
          <a:p>
            <a:r>
              <a:rPr lang="en-US"/>
              <a:t>Methodology</a:t>
            </a:r>
          </a:p>
        </p:txBody>
      </p:sp>
    </p:spTree>
    <p:extLst>
      <p:ext uri="{BB962C8B-B14F-4D97-AF65-F5344CB8AC3E}">
        <p14:creationId xmlns:p14="http://schemas.microsoft.com/office/powerpoint/2010/main" val="26950368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09B7BB-A67E-2D56-5F0F-C4DCBF39E780}"/>
              </a:ext>
            </a:extLst>
          </p:cNvPr>
          <p:cNvSpPr>
            <a:spLocks noGrp="1"/>
          </p:cNvSpPr>
          <p:nvPr>
            <p:ph type="title"/>
          </p:nvPr>
        </p:nvSpPr>
        <p:spPr>
          <a:xfrm>
            <a:off x="457200" y="457201"/>
            <a:ext cx="5029200" cy="1519083"/>
          </a:xfrm>
        </p:spPr>
        <p:txBody>
          <a:bodyPr anchor="t">
            <a:normAutofit/>
          </a:bodyPr>
          <a:lstStyle/>
          <a:p>
            <a:r>
              <a:rPr lang="en-US"/>
              <a:t>Development Approach and Tools</a:t>
            </a:r>
          </a:p>
        </p:txBody>
      </p:sp>
      <p:pic>
        <p:nvPicPr>
          <p:cNvPr id="5" name="Content Placeholder 4" descr="4K Resolution">
            <a:extLst>
              <a:ext uri="{FF2B5EF4-FFF2-40B4-BE49-F238E27FC236}">
                <a16:creationId xmlns:a16="http://schemas.microsoft.com/office/drawing/2014/main" id="{57FFFB44-077A-4D78-84B1-700AE7DD410B}"/>
              </a:ext>
            </a:extLst>
          </p:cNvPr>
          <p:cNvPicPr>
            <a:picLocks noGrp="1" noChangeAspect="1"/>
          </p:cNvPicPr>
          <p:nvPr>
            <p:ph type="pic" sz="quarter" idx="13"/>
          </p:nvPr>
        </p:nvPicPr>
        <p:blipFill>
          <a:blip r:embed="rId3"/>
          <a:stretch/>
        </p:blipFill>
        <p:spPr>
          <a:xfrm>
            <a:off x="457200" y="2964579"/>
            <a:ext cx="5029199" cy="2828924"/>
          </a:xfrm>
        </p:spPr>
      </p:pic>
      <p:sp>
        <p:nvSpPr>
          <p:cNvPr id="4" name="Content Placeholder 3">
            <a:extLst>
              <a:ext uri="{FF2B5EF4-FFF2-40B4-BE49-F238E27FC236}">
                <a16:creationId xmlns:a16="http://schemas.microsoft.com/office/drawing/2014/main" id="{8CBB241D-ED86-8842-6C41-6C7C57FF5741}"/>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Structured Development Lifecycle</a:t>
            </a:r>
          </a:p>
          <a:p>
            <a:pPr marL="0" lvl="1" indent="0">
              <a:spcAft>
                <a:spcPts val="600"/>
              </a:spcAft>
              <a:buFont typeface="Arial" panose="020B0604020202020204" pitchFamily="34" charset="0"/>
              <a:buNone/>
            </a:pPr>
            <a:r>
              <a:t>The project follows a structured lifecycle starting from requirement gathering to maintenance for systematic development.</a:t>
            </a:r>
            <a:endParaRPr lang="en-US"/>
          </a:p>
          <a:p>
            <a:pPr marL="0" indent="0">
              <a:spcBef>
                <a:spcPts val="2500"/>
              </a:spcBef>
              <a:spcAft>
                <a:spcPts val="600"/>
              </a:spcAft>
              <a:buFont typeface="Arial" panose="020B0604020202020204" pitchFamily="34" charset="0"/>
              <a:buNone/>
            </a:pPr>
            <a:r>
              <a:rPr lang="en-US" b="1"/>
              <a:t>Design and Architecture</a:t>
            </a:r>
          </a:p>
          <a:p>
            <a:pPr marL="0" lvl="1" indent="0">
              <a:spcAft>
                <a:spcPts val="600"/>
              </a:spcAft>
              <a:buFont typeface="Arial" panose="020B0604020202020204" pitchFamily="34" charset="0"/>
              <a:buNone/>
            </a:pPr>
            <a:r>
              <a:t>Design includes ER diagrams, DFDs, UI wireframes, and architecture based on Spring Boot MVC pattern.</a:t>
            </a:r>
            <a:endParaRPr lang="en-US"/>
          </a:p>
          <a:p>
            <a:pPr marL="0" indent="0">
              <a:spcBef>
                <a:spcPts val="2500"/>
              </a:spcBef>
              <a:spcAft>
                <a:spcPts val="600"/>
              </a:spcAft>
              <a:buFont typeface="Arial" panose="020B0604020202020204" pitchFamily="34" charset="0"/>
              <a:buNone/>
            </a:pPr>
            <a:r>
              <a:rPr lang="en-US" b="1"/>
              <a:t>Technology Stack</a:t>
            </a:r>
          </a:p>
          <a:p>
            <a:pPr marL="0" lvl="1" indent="0">
              <a:spcAft>
                <a:spcPts val="600"/>
              </a:spcAft>
              <a:buFont typeface="Arial" panose="020B0604020202020204" pitchFamily="34" charset="0"/>
              <a:buNone/>
            </a:pPr>
            <a:r>
              <a:t>Backend uses Spring Boot and Java 8; frontend employs HTML5, CSS, JavaScript; PostgreSQL handles data storage.</a:t>
            </a:r>
            <a:endParaRPr lang="en-US"/>
          </a:p>
          <a:p>
            <a:pPr marL="0" indent="0">
              <a:spcBef>
                <a:spcPts val="2500"/>
              </a:spcBef>
              <a:spcAft>
                <a:spcPts val="600"/>
              </a:spcAft>
              <a:buFont typeface="Arial" panose="020B0604020202020204" pitchFamily="34" charset="0"/>
              <a:buNone/>
            </a:pPr>
            <a:r>
              <a:rPr lang="en-US" b="1"/>
              <a:t>Testing and Deployment</a:t>
            </a:r>
          </a:p>
          <a:p>
            <a:pPr marL="0" lvl="1" indent="0">
              <a:spcAft>
                <a:spcPts val="600"/>
              </a:spcAft>
              <a:buFont typeface="Arial" panose="020B0604020202020204" pitchFamily="34" charset="0"/>
              <a:buNone/>
            </a:pPr>
            <a:r>
              <a:t>Testing includes unit, integration, and user acceptance tests; deployment uses embedded Tomcat.</a:t>
            </a:r>
            <a:endParaRPr lang="en-US"/>
          </a:p>
        </p:txBody>
      </p:sp>
    </p:spTree>
    <p:extLst>
      <p:ext uri="{BB962C8B-B14F-4D97-AF65-F5344CB8AC3E}">
        <p14:creationId xmlns:p14="http://schemas.microsoft.com/office/powerpoint/2010/main" val="197684316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1EB94-A99B-E967-9C7D-0324724A5BE7}"/>
              </a:ext>
            </a:extLst>
          </p:cNvPr>
          <p:cNvSpPr>
            <a:spLocks noGrp="1"/>
          </p:cNvSpPr>
          <p:nvPr>
            <p:ph type="ctrTitle"/>
          </p:nvPr>
        </p:nvSpPr>
        <p:spPr>
          <a:xfrm>
            <a:off x="457199" y="457200"/>
            <a:ext cx="9982201" cy="6172200"/>
          </a:xfrm>
        </p:spPr>
        <p:txBody>
          <a:bodyPr anchor="b">
            <a:normAutofit/>
          </a:bodyPr>
          <a:lstStyle/>
          <a:p>
            <a:r>
              <a:rPr lang="en-US"/>
              <a:t>Significance and Literature Review</a:t>
            </a:r>
          </a:p>
        </p:txBody>
      </p:sp>
    </p:spTree>
    <p:extLst>
      <p:ext uri="{BB962C8B-B14F-4D97-AF65-F5344CB8AC3E}">
        <p14:creationId xmlns:p14="http://schemas.microsoft.com/office/powerpoint/2010/main" val="324991520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388DCC-CEAD-9DA3-DAED-22D3BC2393A0}"/>
              </a:ext>
            </a:extLst>
          </p:cNvPr>
          <p:cNvSpPr>
            <a:spLocks noGrp="1"/>
          </p:cNvSpPr>
          <p:nvPr>
            <p:ph type="title"/>
          </p:nvPr>
        </p:nvSpPr>
        <p:spPr>
          <a:xfrm>
            <a:off x="457200" y="457201"/>
            <a:ext cx="5029200" cy="1519083"/>
          </a:xfrm>
        </p:spPr>
        <p:txBody>
          <a:bodyPr anchor="t">
            <a:normAutofit/>
          </a:bodyPr>
          <a:lstStyle/>
          <a:p>
            <a:r>
              <a:rPr lang="en-US"/>
              <a:t>Importance and Research Background</a:t>
            </a:r>
          </a:p>
        </p:txBody>
      </p:sp>
      <p:pic>
        <p:nvPicPr>
          <p:cNvPr id="5" name="Content Placeholder 4" descr="Horizontal color image of female hands holding a digital tablet in a corridor of futuristic distribution warehouse. Ordering on-line from a modern warehouse on a touchscreen tablet computer. Large distribution storage in background with racks full of packages, boxes, pallets, crates ready to be delivered. Logistics, freight, shipping, receiving.">
            <a:extLst>
              <a:ext uri="{FF2B5EF4-FFF2-40B4-BE49-F238E27FC236}">
                <a16:creationId xmlns:a16="http://schemas.microsoft.com/office/drawing/2014/main" id="{2E990296-A78E-47CD-B496-819723FC95B1}"/>
              </a:ext>
            </a:extLst>
          </p:cNvPr>
          <p:cNvPicPr>
            <a:picLocks noGrp="1" noChangeAspect="1"/>
          </p:cNvPicPr>
          <p:nvPr>
            <p:ph type="pic" sz="quarter" idx="13"/>
          </p:nvPr>
        </p:nvPicPr>
        <p:blipFill>
          <a:blip r:embed="rId3"/>
          <a:srcRect l="10118" r="6859" b="-2"/>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75AAE34C-4FD7-2E3A-0452-81E36F44DAE9}"/>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Project Significance</a:t>
            </a:r>
          </a:p>
          <a:p>
            <a:pPr marL="0" lvl="1" indent="0">
              <a:spcAft>
                <a:spcPts val="600"/>
              </a:spcAft>
              <a:buFont typeface="Arial" panose="020B0604020202020204" pitchFamily="34" charset="0"/>
              <a:buNone/>
            </a:pPr>
            <a:r>
              <a:t>This project reduces manual errors, prevents financial losses, and protects consumer health through automation.</a:t>
            </a:r>
            <a:endParaRPr lang="en-US"/>
          </a:p>
          <a:p>
            <a:pPr marL="0" indent="0">
              <a:spcBef>
                <a:spcPts val="2500"/>
              </a:spcBef>
              <a:spcAft>
                <a:spcPts val="600"/>
              </a:spcAft>
              <a:buFont typeface="Arial" panose="020B0604020202020204" pitchFamily="34" charset="0"/>
              <a:buNone/>
            </a:pPr>
            <a:r>
              <a:rPr lang="en-US" b="1"/>
              <a:t>Limitations of Previous Systems</a:t>
            </a:r>
          </a:p>
          <a:p>
            <a:pPr marL="0" lvl="1" indent="0">
              <a:spcAft>
                <a:spcPts val="600"/>
              </a:spcAft>
              <a:buFont typeface="Arial" panose="020B0604020202020204" pitchFamily="34" charset="0"/>
              <a:buNone/>
            </a:pPr>
            <a:r>
              <a:t>Earlier barcode systems lack scalability and real-time notification features necessary for modern needs.</a:t>
            </a:r>
            <a:endParaRPr lang="en-US"/>
          </a:p>
          <a:p>
            <a:pPr marL="0" indent="0">
              <a:spcBef>
                <a:spcPts val="2500"/>
              </a:spcBef>
              <a:spcAft>
                <a:spcPts val="600"/>
              </a:spcAft>
              <a:buFont typeface="Arial" panose="020B0604020202020204" pitchFamily="34" charset="0"/>
              <a:buNone/>
            </a:pPr>
            <a:r>
              <a:rPr lang="en-US" b="1"/>
              <a:t>Modern Technology Integration</a:t>
            </a:r>
          </a:p>
          <a:p>
            <a:pPr marL="0" lvl="1" indent="0">
              <a:spcAft>
                <a:spcPts val="600"/>
              </a:spcAft>
              <a:buFont typeface="Arial" panose="020B0604020202020204" pitchFamily="34" charset="0"/>
              <a:buNone/>
            </a:pPr>
            <a:r>
              <a:t>Using Spring Boot and PostgreSQL enhances performance, flexibility, and supports real-time expiry alerts.</a:t>
            </a:r>
            <a:endParaRPr lang="en-US"/>
          </a:p>
          <a:p>
            <a:pPr marL="0" indent="0">
              <a:spcBef>
                <a:spcPts val="2500"/>
              </a:spcBef>
              <a:spcAft>
                <a:spcPts val="600"/>
              </a:spcAft>
              <a:buFont typeface="Arial" panose="020B0604020202020204" pitchFamily="34" charset="0"/>
              <a:buNone/>
            </a:pPr>
            <a:r>
              <a:rPr lang="en-US" b="1"/>
              <a:t>Health Compliance and Trust</a:t>
            </a:r>
          </a:p>
          <a:p>
            <a:pPr marL="0" lvl="1" indent="0">
              <a:spcAft>
                <a:spcPts val="600"/>
              </a:spcAft>
              <a:buFont typeface="Arial" panose="020B0604020202020204" pitchFamily="34" charset="0"/>
              <a:buNone/>
            </a:pPr>
            <a:r>
              <a:t>Technology ensures health regulation compliance and improves customer trust in inventory management.</a:t>
            </a:r>
            <a:endParaRPr lang="en-US"/>
          </a:p>
        </p:txBody>
      </p:sp>
    </p:spTree>
    <p:extLst>
      <p:ext uri="{BB962C8B-B14F-4D97-AF65-F5344CB8AC3E}">
        <p14:creationId xmlns:p14="http://schemas.microsoft.com/office/powerpoint/2010/main" val="133392843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0AB76A-5B3D-B9C2-6DFA-718AD9338580}"/>
              </a:ext>
            </a:extLst>
          </p:cNvPr>
          <p:cNvSpPr>
            <a:spLocks noGrp="1"/>
          </p:cNvSpPr>
          <p:nvPr>
            <p:ph type="ctrTitle"/>
          </p:nvPr>
        </p:nvSpPr>
        <p:spPr>
          <a:xfrm>
            <a:off x="457199" y="457200"/>
            <a:ext cx="9982201" cy="6172200"/>
          </a:xfrm>
        </p:spPr>
        <p:txBody>
          <a:bodyPr anchor="b">
            <a:normAutofit/>
          </a:bodyPr>
          <a:lstStyle/>
          <a:p>
            <a:r>
              <a:rPr lang="en-US"/>
              <a:t>Expected Outcomes and Conclusion</a:t>
            </a:r>
          </a:p>
        </p:txBody>
      </p:sp>
    </p:spTree>
    <p:extLst>
      <p:ext uri="{BB962C8B-B14F-4D97-AF65-F5344CB8AC3E}">
        <p14:creationId xmlns:p14="http://schemas.microsoft.com/office/powerpoint/2010/main" val="131554086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8FE58A-ABEE-3A77-8BDB-ABA1395B3AAC}"/>
              </a:ext>
            </a:extLst>
          </p:cNvPr>
          <p:cNvSpPr>
            <a:spLocks noGrp="1"/>
          </p:cNvSpPr>
          <p:nvPr>
            <p:ph type="title"/>
          </p:nvPr>
        </p:nvSpPr>
        <p:spPr>
          <a:xfrm>
            <a:off x="457200" y="457201"/>
            <a:ext cx="5029200" cy="1519083"/>
          </a:xfrm>
        </p:spPr>
        <p:txBody>
          <a:bodyPr anchor="t">
            <a:normAutofit/>
          </a:bodyPr>
          <a:lstStyle/>
          <a:p>
            <a:r>
              <a:rPr lang="en-US"/>
              <a:t>Results and Final Thoughts</a:t>
            </a:r>
          </a:p>
        </p:txBody>
      </p:sp>
      <p:pic>
        <p:nvPicPr>
          <p:cNvPr id="5" name="Content Placeholder 4" descr="Big Data, Cloud Computing, Block Chain, Hybrid Cloud, Multi Cloud, web3, metaverse">
            <a:extLst>
              <a:ext uri="{FF2B5EF4-FFF2-40B4-BE49-F238E27FC236}">
                <a16:creationId xmlns:a16="http://schemas.microsoft.com/office/drawing/2014/main" id="{33E9A156-CD87-4E7C-BCEF-7309800B99E0}"/>
              </a:ext>
            </a:extLst>
          </p:cNvPr>
          <p:cNvPicPr>
            <a:picLocks noGrp="1" noChangeAspect="1"/>
          </p:cNvPicPr>
          <p:nvPr>
            <p:ph type="pic" sz="quarter" idx="13"/>
          </p:nvPr>
        </p:nvPicPr>
        <p:blipFill>
          <a:blip r:embed="rId3"/>
          <a:srcRect l="25146" r="8001"/>
          <a:stretch>
            <a:fillRect/>
          </a:stretch>
        </p:blipFill>
        <p:spPr>
          <a:xfrm>
            <a:off x="457200" y="2357283"/>
            <a:ext cx="5029199" cy="4043516"/>
          </a:xfrm>
        </p:spPr>
      </p:pic>
      <p:sp>
        <p:nvSpPr>
          <p:cNvPr id="4" name="Content Placeholder 3">
            <a:extLst>
              <a:ext uri="{FF2B5EF4-FFF2-40B4-BE49-F238E27FC236}">
                <a16:creationId xmlns:a16="http://schemas.microsoft.com/office/drawing/2014/main" id="{89C1859A-9754-0C80-77A6-10C1E57FA825}"/>
              </a:ext>
            </a:extLst>
          </p:cNvPr>
          <p:cNvSpPr>
            <a:spLocks noGrp="1"/>
          </p:cNvSpPr>
          <p:nvPr>
            <p:ph sz="quarter" idx="14"/>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96000" y="457200"/>
            <a:ext cx="5638799" cy="5943599"/>
          </a:xfrm>
        </p:spPr>
        <p:txBody>
          <a:bodyPr>
            <a:normAutofit/>
          </a:bodyPr>
          <a:lstStyle/>
          <a:p>
            <a:pPr marL="0" indent="0">
              <a:spcBef>
                <a:spcPts val="2500"/>
              </a:spcBef>
              <a:spcAft>
                <a:spcPts val="600"/>
              </a:spcAft>
              <a:buFont typeface="Arial" panose="020B0604020202020204" pitchFamily="34" charset="0"/>
              <a:buNone/>
            </a:pPr>
            <a:r>
              <a:rPr lang="en-US" b="1"/>
              <a:t>Project Outcomes</a:t>
            </a:r>
          </a:p>
          <a:p>
            <a:pPr marL="0" lvl="1" indent="0">
              <a:spcAft>
                <a:spcPts val="600"/>
              </a:spcAft>
              <a:buFont typeface="Arial" panose="020B0604020202020204" pitchFamily="34" charset="0"/>
              <a:buNone/>
            </a:pPr>
            <a:r>
              <a:t>Real-time inventory tracking and alerts reduce losses and improve consumer safety effectively.</a:t>
            </a:r>
            <a:endParaRPr lang="en-US"/>
          </a:p>
          <a:p>
            <a:pPr marL="0" indent="0">
              <a:spcBef>
                <a:spcPts val="2500"/>
              </a:spcBef>
              <a:spcAft>
                <a:spcPts val="600"/>
              </a:spcAft>
              <a:buFont typeface="Arial" panose="020B0604020202020204" pitchFamily="34" charset="0"/>
              <a:buNone/>
            </a:pPr>
            <a:r>
              <a:rPr lang="en-US" b="1"/>
              <a:t>System Features</a:t>
            </a:r>
          </a:p>
          <a:p>
            <a:pPr marL="0" lvl="1" indent="0">
              <a:spcAft>
                <a:spcPts val="600"/>
              </a:spcAft>
              <a:buFont typeface="Arial" panose="020B0604020202020204" pitchFamily="34" charset="0"/>
              <a:buNone/>
            </a:pPr>
            <a:r>
              <a:t>User-friendly interface manages stock, calculates losses, and delivers actionable insights efficiently.</a:t>
            </a:r>
            <a:endParaRPr lang="en-US"/>
          </a:p>
          <a:p>
            <a:pPr marL="0" indent="0">
              <a:spcBef>
                <a:spcPts val="2500"/>
              </a:spcBef>
              <a:spcAft>
                <a:spcPts val="600"/>
              </a:spcAft>
              <a:buFont typeface="Arial" panose="020B0604020202020204" pitchFamily="34" charset="0"/>
              <a:buNone/>
            </a:pPr>
            <a:r>
              <a:rPr lang="en-US" b="1"/>
              <a:t>Technology Stack</a:t>
            </a:r>
          </a:p>
          <a:p>
            <a:pPr marL="0" lvl="1" indent="0">
              <a:spcAft>
                <a:spcPts val="600"/>
              </a:spcAft>
              <a:buFont typeface="Arial" panose="020B0604020202020204" pitchFamily="34" charset="0"/>
              <a:buNone/>
            </a:pPr>
            <a:r>
              <a:t>Spring Boot, HTML5, and PostgreSQL provide scalability, security, and reliable backend support.</a:t>
            </a:r>
            <a:endParaRPr lang="en-US"/>
          </a:p>
          <a:p>
            <a:pPr marL="0" indent="0">
              <a:spcBef>
                <a:spcPts val="2500"/>
              </a:spcBef>
              <a:spcAft>
                <a:spcPts val="600"/>
              </a:spcAft>
              <a:buFont typeface="Arial" panose="020B0604020202020204" pitchFamily="34" charset="0"/>
              <a:buNone/>
            </a:pPr>
            <a:r>
              <a:rPr lang="en-US" b="1"/>
              <a:t>Future Enhancements</a:t>
            </a:r>
          </a:p>
          <a:p>
            <a:pPr marL="0" lvl="1" indent="0">
              <a:spcAft>
                <a:spcPts val="600"/>
              </a:spcAft>
              <a:buFont typeface="Arial" panose="020B0604020202020204" pitchFamily="34" charset="0"/>
              <a:buNone/>
            </a:pPr>
            <a:r>
              <a:t>Mobile apps, barcode scanning, and predictive analytics will optimize inventory control further.</a:t>
            </a:r>
            <a:endParaRPr lang="en-US"/>
          </a:p>
        </p:txBody>
      </p:sp>
    </p:spTree>
    <p:extLst>
      <p:ext uri="{BB962C8B-B14F-4D97-AF65-F5344CB8AC3E}">
        <p14:creationId xmlns:p14="http://schemas.microsoft.com/office/powerpoint/2010/main" val="5965875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theme1.xml><?xml version="1.0" encoding="utf-8"?>
<a:theme xmlns:a="http://schemas.openxmlformats.org/drawingml/2006/main" name="Prismatic polygons">
  <a:themeElements>
    <a:clrScheme name="Glassmorphism">
      <a:dk1>
        <a:srgbClr val="2A0053"/>
      </a:dk1>
      <a:lt1>
        <a:srgbClr val="FFFFFF"/>
      </a:lt1>
      <a:dk2>
        <a:srgbClr val="000000"/>
      </a:dk2>
      <a:lt2>
        <a:srgbClr val="EEEFE7"/>
      </a:lt2>
      <a:accent1>
        <a:srgbClr val="FF8A28"/>
      </a:accent1>
      <a:accent2>
        <a:srgbClr val="F195FF"/>
      </a:accent2>
      <a:accent3>
        <a:srgbClr val="E227FF"/>
      </a:accent3>
      <a:accent4>
        <a:srgbClr val="FF0004"/>
      </a:accent4>
      <a:accent5>
        <a:srgbClr val="1906C5"/>
      </a:accent5>
      <a:accent6>
        <a:srgbClr val="31B564"/>
      </a:accent6>
      <a:hlink>
        <a:srgbClr val="467886"/>
      </a:hlink>
      <a:folHlink>
        <a:srgbClr val="96607D"/>
      </a:folHlink>
    </a:clrScheme>
    <a:fontScheme name="Custom 82">
      <a:majorFont>
        <a:latin typeface="Chamberi Super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Glassmorphism_win32_SD_V5" id="{E43A2CAE-029B-46E8-8085-D6AC37FEAB72}" vid="{9BD0D0BD-C5D3-42A7-8670-EE25EA22238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e760c494-6550-44b4-8258-77c175d778b7}" enabled="1" method="Privileged" siteId="{76a2ae5a-9f00-4f6b-95ed-5d33d77c4d61}" removed="0"/>
</clbl:labelList>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13</Slides>
  <Notes>13</Notes>
  <HiddenSlides>0</HiddenSlides>
  <ScaleCrop>false</ScaleCrop>
  <HeadingPairs>
    <vt:vector size="4" baseType="variant">
      <vt:variant>
        <vt:lpstr>Theme</vt:lpstr>
      </vt:variant>
      <vt:variant>
        <vt:i4>1</vt:i4>
      </vt:variant>
      <vt:variant>
        <vt:lpstr>Slide Titles</vt:lpstr>
      </vt:variant>
      <vt:variant>
        <vt:i4>13</vt:i4>
      </vt:variant>
    </vt:vector>
  </HeadingPairs>
  <TitlesOfParts>
    <vt:vector size="14" baseType="lpstr">
      <vt:lpstr>Prismatic polygons</vt:lpstr>
      <vt:lpstr>Web-Based Product Expiration Monitoring and Inventory Management System</vt:lpstr>
      <vt:lpstr>Project Overview</vt:lpstr>
      <vt:lpstr>Project Title and Introduction</vt:lpstr>
      <vt:lpstr>Project Objectives</vt:lpstr>
      <vt:lpstr>Specific Goals of the System</vt:lpstr>
      <vt:lpstr>Scope and Limitations</vt:lpstr>
      <vt:lpstr>System Coverage and Constraints</vt:lpstr>
      <vt:lpstr>Methodology</vt:lpstr>
      <vt:lpstr>Development Approach and Tools</vt:lpstr>
      <vt:lpstr>Significance and Literature Review</vt:lpstr>
      <vt:lpstr>Importance and Research Background</vt:lpstr>
      <vt:lpstr>Expected Outcomes and Conclusion</vt:lpstr>
      <vt:lpstr>Results and Final Thoughts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cp:revision>
  <dcterms:created xsi:type="dcterms:W3CDTF">2025-12-23T13:06:52Z</dcterms:created>
  <dcterms:modified xsi:type="dcterms:W3CDTF">2026-01-16T11:40:45Z</dcterms:modified>
</cp:coreProperties>
</file>